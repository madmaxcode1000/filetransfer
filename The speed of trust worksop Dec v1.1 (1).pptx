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3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theme/theme5.xml" ContentType="application/vnd.openxmlformats-officedocument.theme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4241" r:id="rId4"/>
    <p:sldMasterId id="2147484453" r:id="rId5"/>
    <p:sldMasterId id="2147484445" r:id="rId6"/>
    <p:sldMasterId id="2147484481" r:id="rId7"/>
    <p:sldMasterId id="2147484543" r:id="rId8"/>
    <p:sldMasterId id="2147484570" r:id="rId9"/>
  </p:sldMasterIdLst>
  <p:notesMasterIdLst>
    <p:notesMasterId r:id="rId30"/>
  </p:notesMasterIdLst>
  <p:handoutMasterIdLst>
    <p:handoutMasterId r:id="rId31"/>
  </p:handoutMasterIdLst>
  <p:sldIdLst>
    <p:sldId id="436" r:id="rId10"/>
    <p:sldId id="468" r:id="rId11"/>
    <p:sldId id="364" r:id="rId12"/>
    <p:sldId id="494" r:id="rId13"/>
    <p:sldId id="473" r:id="rId14"/>
    <p:sldId id="480" r:id="rId15"/>
    <p:sldId id="495" r:id="rId16"/>
    <p:sldId id="476" r:id="rId17"/>
    <p:sldId id="481" r:id="rId18"/>
    <p:sldId id="482" r:id="rId19"/>
    <p:sldId id="483" r:id="rId20"/>
    <p:sldId id="484" r:id="rId21"/>
    <p:sldId id="487" r:id="rId22"/>
    <p:sldId id="488" r:id="rId23"/>
    <p:sldId id="490" r:id="rId24"/>
    <p:sldId id="489" r:id="rId25"/>
    <p:sldId id="498" r:id="rId26"/>
    <p:sldId id="496" r:id="rId27"/>
    <p:sldId id="479" r:id="rId28"/>
    <p:sldId id="466" r:id="rId29"/>
  </p:sldIdLst>
  <p:sldSz cx="9144000" cy="5143500" type="screen16x9"/>
  <p:notesSz cx="7077075" cy="9363075"/>
  <p:custDataLst>
    <p:tags r:id="rId32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72">
          <p15:clr>
            <a:srgbClr val="A4A3A4"/>
          </p15:clr>
        </p15:guide>
        <p15:guide id="2" pos="5577">
          <p15:clr>
            <a:srgbClr val="A4A3A4"/>
          </p15:clr>
        </p15:guide>
        <p15:guide id="3" pos="180">
          <p15:clr>
            <a:srgbClr val="A4A3A4"/>
          </p15:clr>
        </p15:guide>
        <p15:guide id="4" orient="horz" pos="795">
          <p15:clr>
            <a:srgbClr val="A4A3A4"/>
          </p15:clr>
        </p15:guide>
        <p15:guide id="5" pos="410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49" userDrawn="1">
          <p15:clr>
            <a:srgbClr val="A4A3A4"/>
          </p15:clr>
        </p15:guide>
        <p15:guide id="2" pos="2229" userDrawn="1">
          <p15:clr>
            <a:srgbClr val="A4A3A4"/>
          </p15:clr>
        </p15:guide>
        <p15:guide id="3" orient="horz" pos="2659" userDrawn="1">
          <p15:clr>
            <a:srgbClr val="A4A3A4"/>
          </p15:clr>
        </p15:guide>
        <p15:guide id="4" pos="416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C6EF"/>
    <a:srgbClr val="000000"/>
    <a:srgbClr val="444444"/>
    <a:srgbClr val="808080"/>
    <a:srgbClr val="FFAF00"/>
    <a:srgbClr val="6EA204"/>
    <a:srgbClr val="6E2585"/>
    <a:srgbClr val="3D6AE6"/>
    <a:srgbClr val="0085C3"/>
    <a:srgbClr val="AAAA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4093EF-7D16-44CA-AFB6-42AE70A4D320}" v="969" dt="2025-12-05T17:18:57.5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3072"/>
        <p:guide pos="5577"/>
        <p:guide pos="180"/>
        <p:guide orient="horz" pos="795"/>
        <p:guide pos="4106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949"/>
        <p:guide pos="2229"/>
        <p:guide orient="horz" pos="2659"/>
        <p:guide pos="416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21" Type="http://schemas.openxmlformats.org/officeDocument/2006/relationships/slide" Target="slides/slide12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29" Type="http://schemas.openxmlformats.org/officeDocument/2006/relationships/slide" Target="slides/slide20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tags" Target="tags/tag1.xml"/><Relationship Id="rId37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tableStyles" Target="tableStyles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, Ranjeeth" userId="91880f69-a158-4ae1-8b74-7f06b0beddb7" providerId="ADAL" clId="{86E0499D-3BBB-4059-B976-619C5B485A23}"/>
    <pc:docChg chg="undo custSel addSld delSld modSld sldOrd">
      <pc:chgData name="B, Ranjeeth" userId="91880f69-a158-4ae1-8b74-7f06b0beddb7" providerId="ADAL" clId="{86E0499D-3BBB-4059-B976-619C5B485A23}" dt="2025-12-05T17:18:57.527" v="955"/>
      <pc:docMkLst>
        <pc:docMk/>
      </pc:docMkLst>
      <pc:sldChg chg="add del mod ord modShow">
        <pc:chgData name="B, Ranjeeth" userId="91880f69-a158-4ae1-8b74-7f06b0beddb7" providerId="ADAL" clId="{86E0499D-3BBB-4059-B976-619C5B485A23}" dt="2025-12-05T17:18:57.527" v="955"/>
        <pc:sldMkLst>
          <pc:docMk/>
          <pc:sldMk cId="3318217270" sldId="466"/>
        </pc:sldMkLst>
      </pc:sldChg>
      <pc:sldChg chg="modNotesTx">
        <pc:chgData name="B, Ranjeeth" userId="91880f69-a158-4ae1-8b74-7f06b0beddb7" providerId="ADAL" clId="{86E0499D-3BBB-4059-B976-619C5B485A23}" dt="2025-12-05T16:26:29.644" v="360" actId="20577"/>
        <pc:sldMkLst>
          <pc:docMk/>
          <pc:sldMk cId="1988042974" sldId="482"/>
        </pc:sldMkLst>
      </pc:sldChg>
      <pc:sldChg chg="modNotesTx">
        <pc:chgData name="B, Ranjeeth" userId="91880f69-a158-4ae1-8b74-7f06b0beddb7" providerId="ADAL" clId="{86E0499D-3BBB-4059-B976-619C5B485A23}" dt="2025-12-05T16:51:57.272" v="745" actId="20577"/>
        <pc:sldMkLst>
          <pc:docMk/>
          <pc:sldMk cId="4279913534" sldId="483"/>
        </pc:sldMkLst>
      </pc:sldChg>
      <pc:sldChg chg="modNotesTx">
        <pc:chgData name="B, Ranjeeth" userId="91880f69-a158-4ae1-8b74-7f06b0beddb7" providerId="ADAL" clId="{86E0499D-3BBB-4059-B976-619C5B485A23}" dt="2025-12-05T16:59:34.112" v="951" actId="20577"/>
        <pc:sldMkLst>
          <pc:docMk/>
          <pc:sldMk cId="827528825" sldId="484"/>
        </pc:sldMkLst>
      </pc:sldChg>
      <pc:sldChg chg="modNotesTx">
        <pc:chgData name="B, Ranjeeth" userId="91880f69-a158-4ae1-8b74-7f06b0beddb7" providerId="ADAL" clId="{86E0499D-3BBB-4059-B976-619C5B485A23}" dt="2025-12-05T16:19:31.388" v="116" actId="20577"/>
        <pc:sldMkLst>
          <pc:docMk/>
          <pc:sldMk cId="2569811639" sldId="487"/>
        </pc:sldMkLst>
      </pc:sldChg>
      <pc:sldChg chg="modNotesTx">
        <pc:chgData name="B, Ranjeeth" userId="91880f69-a158-4ae1-8b74-7f06b0beddb7" providerId="ADAL" clId="{86E0499D-3BBB-4059-B976-619C5B485A23}" dt="2025-12-05T16:34:09.071" v="366" actId="20577"/>
        <pc:sldMkLst>
          <pc:docMk/>
          <pc:sldMk cId="1914454608" sldId="489"/>
        </pc:sldMkLst>
      </pc:sldChg>
    </pc:docChg>
  </pc:docChgLst>
  <pc:docChgLst>
    <pc:chgData name="Paradkar, Yash" userId="eab79017-f5dd-4033-94fd-5ab3d4be3af5" providerId="ADAL" clId="{DB758FE4-7D31-4227-AF37-3BA2A4549D75}"/>
    <pc:docChg chg="custSel modSld">
      <pc:chgData name="Paradkar, Yash" userId="eab79017-f5dd-4033-94fd-5ab3d4be3af5" providerId="ADAL" clId="{DB758FE4-7D31-4227-AF37-3BA2A4549D75}" dt="2025-12-04T14:39:14.042" v="119" actId="20577"/>
      <pc:docMkLst>
        <pc:docMk/>
      </pc:docMkLst>
      <pc:sldChg chg="modSp mod modAnim">
        <pc:chgData name="Paradkar, Yash" userId="eab79017-f5dd-4033-94fd-5ab3d4be3af5" providerId="ADAL" clId="{DB758FE4-7D31-4227-AF37-3BA2A4549D75}" dt="2025-12-04T13:56:37.877" v="8"/>
        <pc:sldMkLst>
          <pc:docMk/>
          <pc:sldMk cId="6416861" sldId="476"/>
        </pc:sldMkLst>
        <pc:cxnChg chg="mod">
          <ac:chgData name="Paradkar, Yash" userId="eab79017-f5dd-4033-94fd-5ab3d4be3af5" providerId="ADAL" clId="{DB758FE4-7D31-4227-AF37-3BA2A4549D75}" dt="2025-12-04T13:55:16.767" v="0" actId="1076"/>
          <ac:cxnSpMkLst>
            <pc:docMk/>
            <pc:sldMk cId="6416861" sldId="476"/>
            <ac:cxnSpMk id="12" creationId="{8BF55CA0-4BC8-5E8E-FD0B-21A7E00D05BD}"/>
          </ac:cxnSpMkLst>
        </pc:cxnChg>
      </pc:sldChg>
      <pc:sldChg chg="modAnim">
        <pc:chgData name="Paradkar, Yash" userId="eab79017-f5dd-4033-94fd-5ab3d4be3af5" providerId="ADAL" clId="{DB758FE4-7D31-4227-AF37-3BA2A4549D75}" dt="2025-12-04T14:06:28.130" v="68"/>
        <pc:sldMkLst>
          <pc:docMk/>
          <pc:sldMk cId="1988042974" sldId="482"/>
        </pc:sldMkLst>
      </pc:sldChg>
      <pc:sldChg chg="modSp mod">
        <pc:chgData name="Paradkar, Yash" userId="eab79017-f5dd-4033-94fd-5ab3d4be3af5" providerId="ADAL" clId="{DB758FE4-7D31-4227-AF37-3BA2A4549D75}" dt="2025-12-04T14:07:24.020" v="70" actId="20577"/>
        <pc:sldMkLst>
          <pc:docMk/>
          <pc:sldMk cId="403675928" sldId="488"/>
        </pc:sldMkLst>
        <pc:spChg chg="mod">
          <ac:chgData name="Paradkar, Yash" userId="eab79017-f5dd-4033-94fd-5ab3d4be3af5" providerId="ADAL" clId="{DB758FE4-7D31-4227-AF37-3BA2A4549D75}" dt="2025-12-04T14:07:24.020" v="70" actId="20577"/>
          <ac:spMkLst>
            <pc:docMk/>
            <pc:sldMk cId="403675928" sldId="488"/>
            <ac:spMk id="37" creationId="{3795EF23-B1E0-8A20-5EE8-6EB0D9D1BCDA}"/>
          </ac:spMkLst>
        </pc:spChg>
      </pc:sldChg>
      <pc:sldChg chg="modNotesTx">
        <pc:chgData name="Paradkar, Yash" userId="eab79017-f5dd-4033-94fd-5ab3d4be3af5" providerId="ADAL" clId="{DB758FE4-7D31-4227-AF37-3BA2A4549D75}" dt="2025-12-04T14:39:14.042" v="119" actId="20577"/>
        <pc:sldMkLst>
          <pc:docMk/>
          <pc:sldMk cId="267883941" sldId="494"/>
        </pc:sldMkLst>
      </pc:sldChg>
      <pc:sldChg chg="modNotesTx">
        <pc:chgData name="Paradkar, Yash" userId="eab79017-f5dd-4033-94fd-5ab3d4be3af5" providerId="ADAL" clId="{DB758FE4-7D31-4227-AF37-3BA2A4549D75}" dt="2025-12-04T14:19:49.424" v="101" actId="20577"/>
        <pc:sldMkLst>
          <pc:docMk/>
          <pc:sldMk cId="1586685498" sldId="495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C767679-CE98-4818-BD04-DF44F12EBF30}" type="doc">
      <dgm:prSet loTypeId="urn:microsoft.com/office/officeart/2005/8/layout/pyramid1" loCatId="pyramid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en-IN"/>
        </a:p>
      </dgm:t>
    </dgm:pt>
    <dgm:pt modelId="{D62F5836-28A2-425F-A46A-3F417E4D7566}">
      <dgm:prSet phldrT="[Text]" custT="1"/>
      <dgm:spPr/>
      <dgm:t>
        <a:bodyPr/>
        <a:lstStyle/>
        <a:p>
          <a:pPr>
            <a:spcAft>
              <a:spcPts val="0"/>
            </a:spcAft>
          </a:pPr>
          <a:r>
            <a:rPr lang="en-IN" sz="1800" kern="1200">
              <a:solidFill>
                <a:schemeClr val="tx2"/>
              </a:solidFill>
              <a:latin typeface="Roboto"/>
              <a:ea typeface="+mj-ea"/>
              <a:cs typeface="+mj-cs"/>
            </a:rPr>
            <a:t> Trust is broken and </a:t>
          </a:r>
        </a:p>
        <a:p>
          <a:pPr>
            <a:spcAft>
              <a:spcPts val="0"/>
            </a:spcAft>
          </a:pPr>
          <a:r>
            <a:rPr lang="en-IN" sz="1800" kern="1200">
              <a:solidFill>
                <a:schemeClr val="tx2"/>
              </a:solidFill>
              <a:latin typeface="Roboto"/>
              <a:ea typeface="+mj-ea"/>
              <a:cs typeface="+mj-cs"/>
            </a:rPr>
            <a:t>you don’t know why </a:t>
          </a:r>
        </a:p>
        <a:p>
          <a:pPr>
            <a:spcAft>
              <a:spcPts val="0"/>
            </a:spcAft>
          </a:pPr>
          <a:r>
            <a:rPr lang="en-IN" sz="1800" kern="1200">
              <a:solidFill>
                <a:schemeClr val="tx2"/>
              </a:solidFill>
              <a:latin typeface="Roboto"/>
              <a:ea typeface="+mj-ea"/>
              <a:cs typeface="+mj-cs"/>
            </a:rPr>
            <a:t>– is it character, competence, behaviour?</a:t>
          </a:r>
        </a:p>
      </dgm:t>
    </dgm:pt>
    <dgm:pt modelId="{CBB4BC6A-20D2-4D7A-A78E-35C843E1D3D7}" type="parTrans" cxnId="{8AB64F75-FB51-431B-8BA9-4000576C7F3B}">
      <dgm:prSet/>
      <dgm:spPr/>
      <dgm:t>
        <a:bodyPr/>
        <a:lstStyle/>
        <a:p>
          <a:endParaRPr lang="en-IN"/>
        </a:p>
      </dgm:t>
    </dgm:pt>
    <dgm:pt modelId="{1829D754-BB2B-4025-99A0-DFA5C126FEF8}" type="sibTrans" cxnId="{8AB64F75-FB51-431B-8BA9-4000576C7F3B}">
      <dgm:prSet/>
      <dgm:spPr/>
      <dgm:t>
        <a:bodyPr/>
        <a:lstStyle/>
        <a:p>
          <a:endParaRPr lang="en-IN"/>
        </a:p>
      </dgm:t>
    </dgm:pt>
    <dgm:pt modelId="{D03FE857-C491-48CB-9527-4A5EFEA2FA8F}">
      <dgm:prSet phldrT="[Text]" custT="1"/>
      <dgm:spPr/>
      <dgm:t>
        <a:bodyPr/>
        <a:lstStyle/>
        <a:p>
          <a:r>
            <a:rPr lang="en-IN" sz="1800" kern="1200">
              <a:solidFill>
                <a:schemeClr val="tx2"/>
              </a:solidFill>
              <a:latin typeface="Roboto"/>
              <a:ea typeface="+mj-ea"/>
              <a:cs typeface="+mj-cs"/>
            </a:rPr>
            <a:t>You know trust is broken, you know why, what will you do?</a:t>
          </a:r>
        </a:p>
      </dgm:t>
    </dgm:pt>
    <dgm:pt modelId="{9B8632A9-6FCC-459E-9CD1-E564B6AC91D2}" type="parTrans" cxnId="{761DC341-1B5D-4F91-865F-955A45554B37}">
      <dgm:prSet/>
      <dgm:spPr/>
      <dgm:t>
        <a:bodyPr/>
        <a:lstStyle/>
        <a:p>
          <a:endParaRPr lang="en-IN"/>
        </a:p>
      </dgm:t>
    </dgm:pt>
    <dgm:pt modelId="{1D00679F-4FA5-4972-A1D5-963647B63428}" type="sibTrans" cxnId="{761DC341-1B5D-4F91-865F-955A45554B37}">
      <dgm:prSet/>
      <dgm:spPr/>
      <dgm:t>
        <a:bodyPr/>
        <a:lstStyle/>
        <a:p>
          <a:endParaRPr lang="en-IN"/>
        </a:p>
      </dgm:t>
    </dgm:pt>
    <dgm:pt modelId="{B4A88E0F-A66D-41FA-99E7-05D3F948E455}">
      <dgm:prSet phldrT="[Text]" phldr="0" custT="1"/>
      <dgm:spPr>
        <a:solidFill>
          <a:schemeClr val="tx2"/>
        </a:solidFill>
        <a:ln>
          <a:solidFill>
            <a:schemeClr val="tx2"/>
          </a:solidFill>
        </a:ln>
      </dgm:spPr>
      <dgm:t>
        <a:bodyPr/>
        <a:lstStyle/>
        <a:p>
          <a:pPr>
            <a:spcAft>
              <a:spcPts val="0"/>
            </a:spcAft>
          </a:pPr>
          <a:endParaRPr lang="en-IN" sz="1700" b="1" kern="1200">
            <a:solidFill>
              <a:schemeClr val="tx2"/>
            </a:solidFill>
            <a:latin typeface="Roboto"/>
            <a:ea typeface="+mj-ea"/>
            <a:cs typeface="+mj-cs"/>
          </a:endParaRPr>
        </a:p>
      </dgm:t>
    </dgm:pt>
    <dgm:pt modelId="{FAAA1133-8422-4F1A-9090-641686491577}" type="sibTrans" cxnId="{643AAED8-C78B-4E08-8390-B10E87D40418}">
      <dgm:prSet/>
      <dgm:spPr/>
      <dgm:t>
        <a:bodyPr/>
        <a:lstStyle/>
        <a:p>
          <a:endParaRPr lang="en-IN"/>
        </a:p>
      </dgm:t>
    </dgm:pt>
    <dgm:pt modelId="{D59DDDBB-8271-4A31-BA01-5658457B935A}" type="parTrans" cxnId="{643AAED8-C78B-4E08-8390-B10E87D40418}">
      <dgm:prSet/>
      <dgm:spPr/>
      <dgm:t>
        <a:bodyPr/>
        <a:lstStyle/>
        <a:p>
          <a:endParaRPr lang="en-IN"/>
        </a:p>
      </dgm:t>
    </dgm:pt>
    <dgm:pt modelId="{6AC62CEF-4799-4C83-9942-7758717B0D02}" type="pres">
      <dgm:prSet presAssocID="{4C767679-CE98-4818-BD04-DF44F12EBF30}" presName="Name0" presStyleCnt="0">
        <dgm:presLayoutVars>
          <dgm:dir/>
          <dgm:animLvl val="lvl"/>
          <dgm:resizeHandles val="exact"/>
        </dgm:presLayoutVars>
      </dgm:prSet>
      <dgm:spPr/>
    </dgm:pt>
    <dgm:pt modelId="{18013569-C0B6-4F1A-B49F-8232C028CBE0}" type="pres">
      <dgm:prSet presAssocID="{B4A88E0F-A66D-41FA-99E7-05D3F948E455}" presName="Name8" presStyleCnt="0"/>
      <dgm:spPr/>
    </dgm:pt>
    <dgm:pt modelId="{763BD5FF-5B68-4127-886B-333E95C63081}" type="pres">
      <dgm:prSet presAssocID="{B4A88E0F-A66D-41FA-99E7-05D3F948E455}" presName="level" presStyleLbl="node1" presStyleIdx="0" presStyleCnt="3">
        <dgm:presLayoutVars>
          <dgm:chMax val="1"/>
          <dgm:bulletEnabled val="1"/>
        </dgm:presLayoutVars>
      </dgm:prSet>
      <dgm:spPr/>
    </dgm:pt>
    <dgm:pt modelId="{30130CDD-0136-4D3D-8D37-CCDD17E28AB0}" type="pres">
      <dgm:prSet presAssocID="{B4A88E0F-A66D-41FA-99E7-05D3F948E455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1E5A0DEA-7151-4B52-8B18-6986F31AD9EF}" type="pres">
      <dgm:prSet presAssocID="{D62F5836-28A2-425F-A46A-3F417E4D7566}" presName="Name8" presStyleCnt="0"/>
      <dgm:spPr/>
    </dgm:pt>
    <dgm:pt modelId="{FE71D789-739C-4B68-9D58-61441F24925B}" type="pres">
      <dgm:prSet presAssocID="{D62F5836-28A2-425F-A46A-3F417E4D7566}" presName="level" presStyleLbl="node1" presStyleIdx="1" presStyleCnt="3">
        <dgm:presLayoutVars>
          <dgm:chMax val="1"/>
          <dgm:bulletEnabled val="1"/>
        </dgm:presLayoutVars>
      </dgm:prSet>
      <dgm:spPr/>
    </dgm:pt>
    <dgm:pt modelId="{8CE5D081-EB28-4C64-BEB4-AB23CE4F88EB}" type="pres">
      <dgm:prSet presAssocID="{D62F5836-28A2-425F-A46A-3F417E4D756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DF7F21E-C8DA-4B4A-8DB8-9EE0073886C3}" type="pres">
      <dgm:prSet presAssocID="{D03FE857-C491-48CB-9527-4A5EFEA2FA8F}" presName="Name8" presStyleCnt="0"/>
      <dgm:spPr/>
    </dgm:pt>
    <dgm:pt modelId="{BD1CA785-C45B-4D53-885A-8A58FAE7B026}" type="pres">
      <dgm:prSet presAssocID="{D03FE857-C491-48CB-9527-4A5EFEA2FA8F}" presName="level" presStyleLbl="node1" presStyleIdx="2" presStyleCnt="3">
        <dgm:presLayoutVars>
          <dgm:chMax val="1"/>
          <dgm:bulletEnabled val="1"/>
        </dgm:presLayoutVars>
      </dgm:prSet>
      <dgm:spPr/>
    </dgm:pt>
    <dgm:pt modelId="{4B91D0E0-23AF-4AE3-8CAB-7DFD38532C3B}" type="pres">
      <dgm:prSet presAssocID="{D03FE857-C491-48CB-9527-4A5EFEA2FA8F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DB0B3808-B937-444F-9C45-B8ABBBF7BEC6}" type="presOf" srcId="{D62F5836-28A2-425F-A46A-3F417E4D7566}" destId="{8CE5D081-EB28-4C64-BEB4-AB23CE4F88EB}" srcOrd="1" destOrd="0" presId="urn:microsoft.com/office/officeart/2005/8/layout/pyramid1"/>
    <dgm:cxn modelId="{90B90716-CC8E-4EEA-A29A-5F85E7FD762E}" type="presOf" srcId="{D03FE857-C491-48CB-9527-4A5EFEA2FA8F}" destId="{4B91D0E0-23AF-4AE3-8CAB-7DFD38532C3B}" srcOrd="1" destOrd="0" presId="urn:microsoft.com/office/officeart/2005/8/layout/pyramid1"/>
    <dgm:cxn modelId="{AC5E211B-7D0E-43C1-BA8E-F53DB00545E0}" type="presOf" srcId="{D62F5836-28A2-425F-A46A-3F417E4D7566}" destId="{FE71D789-739C-4B68-9D58-61441F24925B}" srcOrd="0" destOrd="0" presId="urn:microsoft.com/office/officeart/2005/8/layout/pyramid1"/>
    <dgm:cxn modelId="{761DC341-1B5D-4F91-865F-955A45554B37}" srcId="{4C767679-CE98-4818-BD04-DF44F12EBF30}" destId="{D03FE857-C491-48CB-9527-4A5EFEA2FA8F}" srcOrd="2" destOrd="0" parTransId="{9B8632A9-6FCC-459E-9CD1-E564B6AC91D2}" sibTransId="{1D00679F-4FA5-4972-A1D5-963647B63428}"/>
    <dgm:cxn modelId="{8AB64F75-FB51-431B-8BA9-4000576C7F3B}" srcId="{4C767679-CE98-4818-BD04-DF44F12EBF30}" destId="{D62F5836-28A2-425F-A46A-3F417E4D7566}" srcOrd="1" destOrd="0" parTransId="{CBB4BC6A-20D2-4D7A-A78E-35C843E1D3D7}" sibTransId="{1829D754-BB2B-4025-99A0-DFA5C126FEF8}"/>
    <dgm:cxn modelId="{4E81C8A7-BC2E-4D6F-A7B4-B0681F5E86A0}" type="presOf" srcId="{B4A88E0F-A66D-41FA-99E7-05D3F948E455}" destId="{763BD5FF-5B68-4127-886B-333E95C63081}" srcOrd="0" destOrd="0" presId="urn:microsoft.com/office/officeart/2005/8/layout/pyramid1"/>
    <dgm:cxn modelId="{3FF543BA-D2F7-4B24-BD8B-2235E7DF038E}" type="presOf" srcId="{4C767679-CE98-4818-BD04-DF44F12EBF30}" destId="{6AC62CEF-4799-4C83-9942-7758717B0D02}" srcOrd="0" destOrd="0" presId="urn:microsoft.com/office/officeart/2005/8/layout/pyramid1"/>
    <dgm:cxn modelId="{2F522DD2-4F54-4492-BEBA-45C4B2DD2F10}" type="presOf" srcId="{B4A88E0F-A66D-41FA-99E7-05D3F948E455}" destId="{30130CDD-0136-4D3D-8D37-CCDD17E28AB0}" srcOrd="1" destOrd="0" presId="urn:microsoft.com/office/officeart/2005/8/layout/pyramid1"/>
    <dgm:cxn modelId="{643AAED8-C78B-4E08-8390-B10E87D40418}" srcId="{4C767679-CE98-4818-BD04-DF44F12EBF30}" destId="{B4A88E0F-A66D-41FA-99E7-05D3F948E455}" srcOrd="0" destOrd="0" parTransId="{D59DDDBB-8271-4A31-BA01-5658457B935A}" sibTransId="{FAAA1133-8422-4F1A-9090-641686491577}"/>
    <dgm:cxn modelId="{B94E79EE-327C-48FB-A875-85CA7327A7AB}" type="presOf" srcId="{D03FE857-C491-48CB-9527-4A5EFEA2FA8F}" destId="{BD1CA785-C45B-4D53-885A-8A58FAE7B026}" srcOrd="0" destOrd="0" presId="urn:microsoft.com/office/officeart/2005/8/layout/pyramid1"/>
    <dgm:cxn modelId="{46819C3D-FA46-4C30-B9F3-2EB2C8C5BB1C}" type="presParOf" srcId="{6AC62CEF-4799-4C83-9942-7758717B0D02}" destId="{18013569-C0B6-4F1A-B49F-8232C028CBE0}" srcOrd="0" destOrd="0" presId="urn:microsoft.com/office/officeart/2005/8/layout/pyramid1"/>
    <dgm:cxn modelId="{64F65294-39B8-4DC6-964A-1A332DCFE7CF}" type="presParOf" srcId="{18013569-C0B6-4F1A-B49F-8232C028CBE0}" destId="{763BD5FF-5B68-4127-886B-333E95C63081}" srcOrd="0" destOrd="0" presId="urn:microsoft.com/office/officeart/2005/8/layout/pyramid1"/>
    <dgm:cxn modelId="{0DFA5572-9066-436B-A85A-1F26911D4875}" type="presParOf" srcId="{18013569-C0B6-4F1A-B49F-8232C028CBE0}" destId="{30130CDD-0136-4D3D-8D37-CCDD17E28AB0}" srcOrd="1" destOrd="0" presId="urn:microsoft.com/office/officeart/2005/8/layout/pyramid1"/>
    <dgm:cxn modelId="{8C9A3E92-9A08-4A18-84ED-75AC5EC326A1}" type="presParOf" srcId="{6AC62CEF-4799-4C83-9942-7758717B0D02}" destId="{1E5A0DEA-7151-4B52-8B18-6986F31AD9EF}" srcOrd="1" destOrd="0" presId="urn:microsoft.com/office/officeart/2005/8/layout/pyramid1"/>
    <dgm:cxn modelId="{B0765360-E79F-4A66-A36B-E0EAD0134AF3}" type="presParOf" srcId="{1E5A0DEA-7151-4B52-8B18-6986F31AD9EF}" destId="{FE71D789-739C-4B68-9D58-61441F24925B}" srcOrd="0" destOrd="0" presId="urn:microsoft.com/office/officeart/2005/8/layout/pyramid1"/>
    <dgm:cxn modelId="{CAAD11D4-5DC9-4B13-A3A2-D7538A6A7A54}" type="presParOf" srcId="{1E5A0DEA-7151-4B52-8B18-6986F31AD9EF}" destId="{8CE5D081-EB28-4C64-BEB4-AB23CE4F88EB}" srcOrd="1" destOrd="0" presId="urn:microsoft.com/office/officeart/2005/8/layout/pyramid1"/>
    <dgm:cxn modelId="{3EAB61BC-F18E-4C57-A7DD-3353AA5D2490}" type="presParOf" srcId="{6AC62CEF-4799-4C83-9942-7758717B0D02}" destId="{FDF7F21E-C8DA-4B4A-8DB8-9EE0073886C3}" srcOrd="2" destOrd="0" presId="urn:microsoft.com/office/officeart/2005/8/layout/pyramid1"/>
    <dgm:cxn modelId="{7FE939DB-F94F-49C8-885C-FDC35B9BAABA}" type="presParOf" srcId="{FDF7F21E-C8DA-4B4A-8DB8-9EE0073886C3}" destId="{BD1CA785-C45B-4D53-885A-8A58FAE7B026}" srcOrd="0" destOrd="0" presId="urn:microsoft.com/office/officeart/2005/8/layout/pyramid1"/>
    <dgm:cxn modelId="{5B527FBC-0693-45D1-8E28-055743E95B1D}" type="presParOf" srcId="{FDF7F21E-C8DA-4B4A-8DB8-9EE0073886C3}" destId="{4B91D0E0-23AF-4AE3-8CAB-7DFD38532C3B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3BD5FF-5B68-4127-886B-333E95C63081}">
      <dsp:nvSpPr>
        <dsp:cNvPr id="0" name=""/>
        <dsp:cNvSpPr/>
      </dsp:nvSpPr>
      <dsp:spPr>
        <a:xfrm>
          <a:off x="2092527" y="0"/>
          <a:ext cx="2092527" cy="1408934"/>
        </a:xfrm>
        <a:prstGeom prst="trapezoid">
          <a:avLst>
            <a:gd name="adj" fmla="val 74259"/>
          </a:avLst>
        </a:prstGeom>
        <a:solidFill>
          <a:schemeClr val="tx2"/>
        </a:solidFill>
        <a:ln w="12700" cap="flat" cmpd="sng" algn="ctr">
          <a:solidFill>
            <a:schemeClr val="tx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endParaRPr lang="en-IN" sz="1700" b="1" kern="1200">
            <a:solidFill>
              <a:schemeClr val="tx2"/>
            </a:solidFill>
            <a:latin typeface="Roboto"/>
            <a:ea typeface="+mj-ea"/>
            <a:cs typeface="+mj-cs"/>
          </a:endParaRPr>
        </a:p>
      </dsp:txBody>
      <dsp:txXfrm>
        <a:off x="2092527" y="0"/>
        <a:ext cx="2092527" cy="1408934"/>
      </dsp:txXfrm>
    </dsp:sp>
    <dsp:sp modelId="{FE71D789-739C-4B68-9D58-61441F24925B}">
      <dsp:nvSpPr>
        <dsp:cNvPr id="0" name=""/>
        <dsp:cNvSpPr/>
      </dsp:nvSpPr>
      <dsp:spPr>
        <a:xfrm>
          <a:off x="1046263" y="1408934"/>
          <a:ext cx="4185055" cy="1408934"/>
        </a:xfrm>
        <a:prstGeom prst="trapezoid">
          <a:avLst>
            <a:gd name="adj" fmla="val 74259"/>
          </a:avLst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IN" sz="1800" kern="1200">
              <a:solidFill>
                <a:schemeClr val="tx2"/>
              </a:solidFill>
              <a:latin typeface="Roboto"/>
              <a:ea typeface="+mj-ea"/>
              <a:cs typeface="+mj-cs"/>
            </a:rPr>
            <a:t> Trust is broken and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IN" sz="1800" kern="1200">
              <a:solidFill>
                <a:schemeClr val="tx2"/>
              </a:solidFill>
              <a:latin typeface="Roboto"/>
              <a:ea typeface="+mj-ea"/>
              <a:cs typeface="+mj-cs"/>
            </a:rPr>
            <a:t>you don’t know why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IN" sz="1800" kern="1200">
              <a:solidFill>
                <a:schemeClr val="tx2"/>
              </a:solidFill>
              <a:latin typeface="Roboto"/>
              <a:ea typeface="+mj-ea"/>
              <a:cs typeface="+mj-cs"/>
            </a:rPr>
            <a:t>– is it character, competence, behaviour?</a:t>
          </a:r>
        </a:p>
      </dsp:txBody>
      <dsp:txXfrm>
        <a:off x="1778648" y="1408934"/>
        <a:ext cx="2720285" cy="1408934"/>
      </dsp:txXfrm>
    </dsp:sp>
    <dsp:sp modelId="{BD1CA785-C45B-4D53-885A-8A58FAE7B026}">
      <dsp:nvSpPr>
        <dsp:cNvPr id="0" name=""/>
        <dsp:cNvSpPr/>
      </dsp:nvSpPr>
      <dsp:spPr>
        <a:xfrm>
          <a:off x="0" y="2817868"/>
          <a:ext cx="6277583" cy="1408934"/>
        </a:xfrm>
        <a:prstGeom prst="trapezoid">
          <a:avLst>
            <a:gd name="adj" fmla="val 74259"/>
          </a:avLst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>
              <a:solidFill>
                <a:schemeClr val="tx2"/>
              </a:solidFill>
              <a:latin typeface="Roboto"/>
              <a:ea typeface="+mj-ea"/>
              <a:cs typeface="+mj-cs"/>
            </a:rPr>
            <a:t>You know trust is broken, you know why, what will you do?</a:t>
          </a:r>
        </a:p>
      </dsp:txBody>
      <dsp:txXfrm>
        <a:off x="1098577" y="2817868"/>
        <a:ext cx="4080428" cy="14089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93600" y="8809861"/>
            <a:ext cx="427934" cy="1239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fld id="{AC8DF440-AC1E-4EB3-BCAA-2AAB8924A793}" type="slidenum">
              <a:rPr lang="en-US" sz="800">
                <a:solidFill>
                  <a:schemeClr val="bg1"/>
                </a:solidFill>
                <a:latin typeface="Arial"/>
              </a:rPr>
              <a:pPr/>
              <a:t>‹#›</a:t>
            </a:fld>
            <a:endParaRPr lang="en-US" sz="800">
              <a:solidFill>
                <a:schemeClr val="bg1"/>
              </a:solidFill>
              <a:latin typeface="Arial"/>
            </a:endParaRPr>
          </a:p>
        </p:txBody>
      </p:sp>
      <p:sp>
        <p:nvSpPr>
          <p:cNvPr id="5" name="fl" descr="                              Dell - Internal Use - Confidential&#10;"/>
          <p:cNvSpPr txBox="1"/>
          <p:nvPr/>
        </p:nvSpPr>
        <p:spPr>
          <a:xfrm>
            <a:off x="1184243" y="8809861"/>
            <a:ext cx="1566465" cy="123994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800" b="1">
                <a:solidFill>
                  <a:srgbClr val="7F7F7F"/>
                </a:solidFill>
                <a:latin typeface="Arial"/>
              </a:rPr>
              <a:t>Dell - Internal Use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02683488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68313" y="387350"/>
            <a:ext cx="6140450" cy="3454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92181" tIns="46090" rIns="92181" bIns="46090"/>
          <a:lstStyle/>
          <a:p>
            <a:endParaRPr lang="en-US"/>
          </a:p>
        </p:txBody>
      </p:sp>
      <p:sp>
        <p:nvSpPr>
          <p:cNvPr id="716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461549" y="4221059"/>
            <a:ext cx="6153978" cy="4620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93600" y="9056089"/>
            <a:ext cx="427934" cy="1239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fld id="{AC8DF440-AC1E-4EB3-BCAA-2AAB8924A793}" type="slidenum">
              <a:rPr lang="en-US" sz="800">
                <a:solidFill>
                  <a:schemeClr val="bg1"/>
                </a:solidFill>
                <a:latin typeface="Arial"/>
              </a:rPr>
              <a:pPr/>
              <a:t>‹#›</a:t>
            </a:fld>
            <a:endParaRPr lang="en-US" sz="800">
              <a:solidFill>
                <a:schemeClr val="bg1"/>
              </a:solidFill>
              <a:latin typeface="Arial"/>
            </a:endParaRPr>
          </a:p>
        </p:txBody>
      </p:sp>
      <p:sp>
        <p:nvSpPr>
          <p:cNvPr id="7" name="fl" descr="                              Dell - Internal Use - Confidential&#10;"/>
          <p:cNvSpPr txBox="1"/>
          <p:nvPr/>
        </p:nvSpPr>
        <p:spPr>
          <a:xfrm>
            <a:off x="1184243" y="9056089"/>
            <a:ext cx="1566465" cy="123994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800" b="1">
                <a:solidFill>
                  <a:srgbClr val="7F7F7F"/>
                </a:solidFill>
                <a:latin typeface="Arial"/>
              </a:rPr>
              <a:t>Dell - Internal Use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85716887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68313" y="387350"/>
            <a:ext cx="6140450" cy="3454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one thing that changes everything - Stephen Covey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21807">
              <a:defRPr/>
            </a:pPr>
            <a:fld id="{AC8DF440-AC1E-4EB3-BCAA-2AAB8924A793}" type="slidenum">
              <a:rPr lang="en-US" sz="800">
                <a:solidFill>
                  <a:srgbClr val="444444"/>
                </a:solidFill>
                <a:latin typeface="Arial"/>
              </a:rPr>
              <a:pPr defTabSz="921807">
                <a:defRPr/>
              </a:pPr>
              <a:t>1</a:t>
            </a:fld>
            <a:endParaRPr lang="en-US" sz="800">
              <a:solidFill>
                <a:srgbClr val="444444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355046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4F371-F67E-3FD0-7BFB-3636AD759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6E6CDB-EA1A-B568-E989-B94E606A20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3E3C5D-306C-5E9B-4598-190BB3B741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Real world example must be given on why trust is important – </a:t>
            </a:r>
          </a:p>
          <a:p>
            <a:br>
              <a:rPr lang="en-IN"/>
            </a:br>
            <a:r>
              <a:rPr lang="en-US"/>
              <a:t>There is one thing that is common to every individual, relationship, team, family, organization, nation, economy and civilization throughout the world — one thing which, if removed, will destroy the most powerful government, the most successful business, the most thriving economy, the most influential leadership.</a:t>
            </a:r>
          </a:p>
          <a:p>
            <a:endParaRPr lang="en-US"/>
          </a:p>
          <a:p>
            <a:r>
              <a:rPr lang="en-US"/>
              <a:t>On the other hand, if developed and leveraged, that one thing has the potential to create unparalleled success and prosperity in every dimension of life</a:t>
            </a:r>
          </a:p>
          <a:p>
            <a:endParaRPr lang="en-US"/>
          </a:p>
          <a:p>
            <a:r>
              <a:rPr lang="en-US"/>
              <a:t>That one thing is trust.</a:t>
            </a:r>
          </a:p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40471-F617-CDC9-6D64-1D7E321C6A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8DF440-AC1E-4EB3-BCAA-2AAB8924A793}" type="slidenum">
              <a:rPr lang="en-US" sz="800" smtClean="0">
                <a:solidFill>
                  <a:schemeClr val="bg1"/>
                </a:solidFill>
                <a:latin typeface="Arial"/>
              </a:rPr>
              <a:pPr/>
              <a:t>2</a:t>
            </a:fld>
            <a:endParaRPr lang="en-US" sz="800">
              <a:solidFill>
                <a:schemeClr val="bg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105870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There is one thing that is common to every individual, relationship, team, family, organization, nation, economy and civilization throughout the world — one thing which, if removed, will destroy the most powerful government, the most successful business, the most thriving economy, the most influential leadership.</a:t>
            </a:r>
          </a:p>
          <a:p>
            <a:endParaRPr lang="en-US"/>
          </a:p>
          <a:p>
            <a:r>
              <a:rPr lang="en-US"/>
              <a:t>On the other hand, if developed and leveraged, that one thing has the potential to create unparalleled success and prosperity in every dimension of life</a:t>
            </a:r>
          </a:p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8DF440-AC1E-4EB3-BCAA-2AAB8924A793}" type="slidenum">
              <a:rPr lang="en-US" sz="800" smtClean="0">
                <a:solidFill>
                  <a:schemeClr val="bg1"/>
                </a:solidFill>
                <a:latin typeface="Arial"/>
              </a:rPr>
              <a:pPr/>
              <a:t>3</a:t>
            </a:fld>
            <a:endParaRPr lang="en-US" sz="800">
              <a:solidFill>
                <a:schemeClr val="bg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435142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How do you achieve results that you want ? – you want a strategy and you need to execute the strategy but is this enough ?</a:t>
            </a:r>
          </a:p>
          <a:p>
            <a:endParaRPr lang="en-IN"/>
          </a:p>
          <a:p>
            <a:r>
              <a:rPr lang="en-IN"/>
              <a:t>“Your strategy may be perfect. </a:t>
            </a:r>
          </a:p>
          <a:p>
            <a:r>
              <a:rPr lang="en-IN"/>
              <a:t>Your execution may be strong.</a:t>
            </a:r>
          </a:p>
          <a:p>
            <a:r>
              <a:rPr lang="en-IN"/>
              <a:t>But results only explode when trust comes in.</a:t>
            </a:r>
          </a:p>
          <a:p>
            <a:r>
              <a:rPr lang="en-IN"/>
              <a:t>Trust is not an addition … it’s a multiplier.</a:t>
            </a:r>
          </a:p>
          <a:p>
            <a:r>
              <a:rPr lang="en-IN"/>
              <a:t>Even if strategy and execution is 10/10,</a:t>
            </a:r>
          </a:p>
          <a:p>
            <a:endParaRPr lang="en-IN"/>
          </a:p>
          <a:p>
            <a:r>
              <a:rPr lang="en-IN"/>
              <a:t>But trust is zero, Result will become zero” </a:t>
            </a:r>
            <a:br>
              <a:rPr lang="en-IN"/>
            </a:br>
            <a:br>
              <a:rPr lang="en-IN"/>
            </a:br>
            <a:br>
              <a:rPr lang="en-IN"/>
            </a:br>
            <a:r>
              <a:rPr lang="en-IN" b="1"/>
              <a:t>Clear example that will bring out concept of trust – specific to ISE   &amp; personal </a:t>
            </a:r>
            <a:br>
              <a:rPr lang="en-IN" b="1"/>
            </a:br>
            <a:br>
              <a:rPr lang="en-IN"/>
            </a:br>
            <a:br>
              <a:rPr lang="en-IN"/>
            </a:br>
            <a:r>
              <a:rPr lang="en-IN"/>
              <a:t>contrast example </a:t>
            </a:r>
          </a:p>
          <a:p>
            <a:endParaRPr lang="en-IN"/>
          </a:p>
          <a:p>
            <a:r>
              <a:rPr lang="en-IN"/>
              <a:t>Think of a cricket team preparing for a world cup. </a:t>
            </a:r>
          </a:p>
          <a:p>
            <a:r>
              <a:rPr lang="en-IN"/>
              <a:t>Great strategy from the coach + world-class execution from the players</a:t>
            </a:r>
          </a:p>
          <a:p>
            <a:endParaRPr lang="en-IN"/>
          </a:p>
          <a:p>
            <a:r>
              <a:rPr lang="en-IN"/>
              <a:t>What if the players don’t trust themselves or don’t trust each other, what happens ?</a:t>
            </a:r>
          </a:p>
          <a:p>
            <a:endParaRPr lang="en-IN"/>
          </a:p>
          <a:p>
            <a:r>
              <a:rPr lang="en-IN"/>
              <a:t>Drop catches… </a:t>
            </a:r>
            <a:r>
              <a:rPr lang="en-IN" err="1"/>
              <a:t>misfields</a:t>
            </a:r>
            <a:r>
              <a:rPr lang="en-IN"/>
              <a:t>….run-out confusion …fear of failure etc</a:t>
            </a:r>
            <a:br>
              <a:rPr lang="en-IN"/>
            </a:br>
            <a:r>
              <a:rPr lang="en-IN"/>
              <a:t>Examples </a:t>
            </a:r>
            <a:r>
              <a:rPr lang="en-IN" err="1"/>
              <a:t>wrt</a:t>
            </a:r>
            <a:r>
              <a:rPr lang="en-IN"/>
              <a:t> ISE</a:t>
            </a:r>
            <a:br>
              <a:rPr lang="en-IN"/>
            </a:br>
            <a:r>
              <a:rPr lang="en-US" b="1"/>
              <a:t>Earlier AE engagement</a:t>
            </a:r>
            <a:r>
              <a:rPr lang="en-US"/>
              <a:t>. AEs loop you in sooner because they trust your qualification rigor; you shape deals before they ossify, increasing winnability.</a:t>
            </a:r>
          </a:p>
          <a:p>
            <a:r>
              <a:rPr lang="en-US" b="1"/>
              <a:t>Smoother handoffs</a:t>
            </a:r>
            <a:r>
              <a:rPr lang="en-US"/>
              <a:t> to delivery and services. Clear, trusted scoping avoids rework, change orders, and post-sale noise — protecting margin and customer satisfaction.</a:t>
            </a:r>
          </a:p>
          <a:p>
            <a:r>
              <a:rPr lang="en-US" b="1"/>
              <a:t>Faster approvals</a:t>
            </a:r>
            <a:r>
              <a:rPr lang="en-US"/>
              <a:t> from managers or finance. Trusted SEs get greenlights on custom configs and special terms more quickly because their proposals are reliable.</a:t>
            </a:r>
          </a:p>
          <a:p>
            <a:r>
              <a:rPr lang="en-US" b="1"/>
              <a:t>Asset reuse across pods</a:t>
            </a:r>
            <a:r>
              <a:rPr lang="en-US"/>
              <a:t>. When your sizing guides and demo scripts are trusted, teammates reuse them, multiplying your impact beyond your own pipeline.</a:t>
            </a:r>
          </a:p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8DF440-AC1E-4EB3-BCAA-2AAB8924A793}" type="slidenum">
              <a:rPr lang="en-US" sz="800" smtClean="0">
                <a:solidFill>
                  <a:schemeClr val="bg1"/>
                </a:solidFill>
                <a:latin typeface="Arial"/>
              </a:rPr>
              <a:pPr/>
              <a:t>4</a:t>
            </a:fld>
            <a:endParaRPr lang="en-US" sz="800">
              <a:solidFill>
                <a:schemeClr val="bg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910983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A217B-A51C-D137-8B90-2A588177C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069600-0AF0-59E0-4B32-A253C48A0E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72121E-58E2-DF11-F9BE-250B36911C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Now that we understand why trust matters – it multiplies performance – the </a:t>
            </a:r>
            <a:r>
              <a:rPr lang="en-IN" err="1"/>
              <a:t>ext</a:t>
            </a:r>
            <a:r>
              <a:rPr lang="en-IN"/>
              <a:t> question is </a:t>
            </a:r>
          </a:p>
          <a:p>
            <a:endParaRPr lang="en-IN"/>
          </a:p>
          <a:p>
            <a:r>
              <a:rPr lang="en-IN"/>
              <a:t>How do we actually build trust? </a:t>
            </a:r>
          </a:p>
          <a:p>
            <a:endParaRPr lang="en-IN"/>
          </a:p>
          <a:p>
            <a:r>
              <a:rPr lang="en-IN"/>
              <a:t>Because trust doesn’t appear magically. Its not luck! </a:t>
            </a:r>
          </a:p>
          <a:p>
            <a:r>
              <a:rPr lang="en-IN"/>
              <a:t>Its built on two very specific pillars. </a:t>
            </a:r>
          </a:p>
          <a:p>
            <a:endParaRPr lang="en-IN"/>
          </a:p>
          <a:p>
            <a:r>
              <a:rPr lang="en-IN"/>
              <a:t>Every leader, every team, every customer relationship is based on these two things.</a:t>
            </a:r>
          </a:p>
          <a:p>
            <a:endParaRPr lang="en-IN"/>
          </a:p>
          <a:p>
            <a:pPr marL="228600" indent="-228600">
              <a:buAutoNum type="arabicPeriod"/>
            </a:pPr>
            <a:r>
              <a:rPr lang="en-IN"/>
              <a:t>Foundations of Trust – what people believe about you</a:t>
            </a:r>
          </a:p>
          <a:p>
            <a:pPr marL="228600" indent="-228600">
              <a:buAutoNum type="arabicPeriod"/>
            </a:pPr>
            <a:r>
              <a:rPr lang="en-IN"/>
              <a:t>Behaviours of Trust – what people see you doing </a:t>
            </a:r>
            <a:br>
              <a:rPr lang="en-IN"/>
            </a:br>
            <a:br>
              <a:rPr lang="en-IN"/>
            </a:br>
            <a:r>
              <a:rPr lang="en-IN"/>
              <a:t>if even one pillar is weak, the whole structure become shaky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DE41BB-EC27-C9C7-2362-1821C1D3C7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8DF440-AC1E-4EB3-BCAA-2AAB8924A793}" type="slidenum">
              <a:rPr lang="en-US" sz="800" smtClean="0">
                <a:solidFill>
                  <a:schemeClr val="bg1"/>
                </a:solidFill>
                <a:latin typeface="Arial"/>
              </a:rPr>
              <a:pPr/>
              <a:t>5</a:t>
            </a:fld>
            <a:endParaRPr lang="en-US" sz="800">
              <a:solidFill>
                <a:schemeClr val="bg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272150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66885-E47F-670A-22EF-58256C550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FC318B-99A3-DA77-038C-07171E2BF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D91117-3626-9B5A-DA50-D4BD0B5C53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1FB331-5489-12EF-610D-DC0E398E91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8DF440-AC1E-4EB3-BCAA-2AAB8924A793}" type="slidenum">
              <a:rPr lang="en-US" sz="800" smtClean="0">
                <a:solidFill>
                  <a:schemeClr val="bg1"/>
                </a:solidFill>
                <a:latin typeface="Arial"/>
              </a:rPr>
              <a:pPr/>
              <a:t>6</a:t>
            </a:fld>
            <a:endParaRPr lang="en-US" sz="800">
              <a:solidFill>
                <a:schemeClr val="bg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600781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77AC9-9FA4-9BA3-28F6-2926AA05C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79FC6F-5252-A3FE-8034-D4A83C722E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DE4505-A011-12E5-D2ED-E107E4F0E6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2 question on each foundation </a:t>
            </a:r>
            <a:br>
              <a:rPr lang="en-IN"/>
            </a:br>
            <a:r>
              <a:rPr lang="en-IN"/>
              <a:t>change results second questions </a:t>
            </a:r>
            <a:br>
              <a:rPr lang="en-IN"/>
            </a:br>
            <a:r>
              <a:rPr lang="en-IN"/>
              <a:t>More </a:t>
            </a:r>
            <a:r>
              <a:rPr lang="en-IN" err="1"/>
              <a:t>ques</a:t>
            </a:r>
            <a:r>
              <a:rPr lang="en-IN"/>
              <a:t> for Results </a:t>
            </a:r>
            <a:br>
              <a:rPr lang="en-IN"/>
            </a:br>
            <a:r>
              <a:rPr lang="en-IN"/>
              <a:t>1. </a:t>
            </a:r>
            <a:r>
              <a:rPr lang="en-US"/>
              <a:t>I move priorities from backlog to done, creating visible momentum others can rely on.</a:t>
            </a:r>
          </a:p>
          <a:p>
            <a:r>
              <a:rPr lang="en-US"/>
              <a:t>2. I navigate constraints and still deliver, adapting without lowering the bar.</a:t>
            </a:r>
            <a:br>
              <a:rPr lang="en-US"/>
            </a:b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38BB6F-7DD1-DCFA-5912-EECA6AC21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8DF440-AC1E-4EB3-BCAA-2AAB8924A793}" type="slidenum">
              <a:rPr lang="en-US" sz="800" smtClean="0">
                <a:solidFill>
                  <a:schemeClr val="bg1"/>
                </a:solidFill>
                <a:latin typeface="Arial"/>
              </a:rPr>
              <a:pPr/>
              <a:t>7</a:t>
            </a:fld>
            <a:endParaRPr lang="en-US" sz="800">
              <a:solidFill>
                <a:schemeClr val="bg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933417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58538-0C4B-694B-BAE8-6DD91903E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32CF1A-EF1C-7F07-B69A-A5B5882661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956F71-369A-E11F-A637-D687518FE1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Connect with relationship trust – </a:t>
            </a:r>
            <a:br>
              <a:rPr lang="en-US"/>
            </a:br>
            <a:br>
              <a:rPr lang="en-US"/>
            </a:br>
            <a:r>
              <a:rPr lang="en-US"/>
              <a:t>tie it to behavior 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what are the behavior that you look in others to trust them or what behaviors you demonstrate to gain trust?</a:t>
            </a:r>
          </a:p>
          <a:p>
            <a:br>
              <a:rPr lang="en-IN"/>
            </a:br>
            <a:br>
              <a:rPr lang="en-IN"/>
            </a:b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95AF8-93B3-549D-A976-26BC3CF0EF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8DF440-AC1E-4EB3-BCAA-2AAB8924A793}" type="slidenum">
              <a:rPr lang="en-US" sz="800" smtClean="0">
                <a:solidFill>
                  <a:schemeClr val="bg1"/>
                </a:solidFill>
                <a:latin typeface="Arial"/>
              </a:rPr>
              <a:pPr/>
              <a:t>8</a:t>
            </a:fld>
            <a:endParaRPr lang="en-US" sz="800">
              <a:solidFill>
                <a:schemeClr val="bg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048729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4E22A-0CD6-CF98-43FD-74D60C0AE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A9396A-C8A6-F72F-0AB2-4035A46DE3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CE1D0D-C3C9-21E0-C068-596169FD0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Blue lock example – KING ? </a:t>
            </a:r>
            <a:br>
              <a:rPr lang="en-IN"/>
            </a:br>
            <a:br>
              <a:rPr lang="en-IN"/>
            </a:br>
            <a:br>
              <a:rPr lang="en-IN"/>
            </a:br>
            <a:r>
              <a:rPr lang="en-IN"/>
              <a:t>Lead with - Activity 2 questions on each behaviour?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1F2375-BAD4-D566-9760-AA610FD9C8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8DF440-AC1E-4EB3-BCAA-2AAB8924A793}" type="slidenum">
              <a:rPr lang="en-US" sz="800" smtClean="0">
                <a:solidFill>
                  <a:schemeClr val="bg1"/>
                </a:solidFill>
                <a:latin typeface="Arial"/>
              </a:rPr>
              <a:pPr/>
              <a:t>9</a:t>
            </a:fld>
            <a:endParaRPr lang="en-US" sz="800">
              <a:solidFill>
                <a:schemeClr val="bg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261105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06D20-E7C4-2317-6A82-DBD15984D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D52139-8325-467E-285D-863E849D01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9D8511-4CC7-3FA2-E7E7-4C50B3C017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Ask why this behaviour is important? Also give a real time example ?</a:t>
            </a:r>
          </a:p>
          <a:p>
            <a:endParaRPr lang="en-IN"/>
          </a:p>
          <a:p>
            <a:r>
              <a:rPr lang="en-IN"/>
              <a:t>13 </a:t>
            </a:r>
            <a:r>
              <a:rPr lang="en-IN">
                <a:sym typeface="Wingdings" panose="05000000000000000000" pitchFamily="2" charset="2"/>
              </a:rPr>
              <a:t> 5 behaviours</a:t>
            </a:r>
            <a:br>
              <a:rPr lang="en-IN">
                <a:sym typeface="Wingdings" panose="05000000000000000000" pitchFamily="2" charset="2"/>
              </a:rPr>
            </a:br>
            <a:br>
              <a:rPr lang="en-IN">
                <a:sym typeface="Wingdings" panose="05000000000000000000" pitchFamily="2" charset="2"/>
              </a:rPr>
            </a:br>
            <a:r>
              <a:rPr lang="en-IN" b="1">
                <a:sym typeface="Wingdings" panose="05000000000000000000" pitchFamily="2" charset="2"/>
              </a:rPr>
              <a:t>Character-Based </a:t>
            </a:r>
            <a:r>
              <a:rPr lang="en-IN" b="1" err="1">
                <a:sym typeface="Wingdings" panose="05000000000000000000" pitchFamily="2" charset="2"/>
              </a:rPr>
              <a:t>Behaviors</a:t>
            </a:r>
            <a:br>
              <a:rPr lang="en-IN">
                <a:sym typeface="Wingdings" panose="05000000000000000000" pitchFamily="2" charset="2"/>
              </a:rPr>
            </a:br>
            <a:r>
              <a:rPr lang="en-IN">
                <a:sym typeface="Wingdings" panose="05000000000000000000" pitchFamily="2" charset="2"/>
              </a:rPr>
              <a:t>Talk Straight </a:t>
            </a:r>
            <a:br>
              <a:rPr lang="en-IN">
                <a:sym typeface="Wingdings" panose="05000000000000000000" pitchFamily="2" charset="2"/>
              </a:rPr>
            </a:br>
            <a:r>
              <a:rPr lang="en-IN">
                <a:sym typeface="Wingdings" panose="05000000000000000000" pitchFamily="2" charset="2"/>
              </a:rPr>
              <a:t>Demonstrate Respect </a:t>
            </a:r>
          </a:p>
          <a:p>
            <a:r>
              <a:rPr lang="en-IN">
                <a:sym typeface="Wingdings" panose="05000000000000000000" pitchFamily="2" charset="2"/>
              </a:rPr>
              <a:t>Create Transparency </a:t>
            </a:r>
          </a:p>
          <a:p>
            <a:r>
              <a:rPr lang="en-IN">
                <a:sym typeface="Wingdings" panose="05000000000000000000" pitchFamily="2" charset="2"/>
              </a:rPr>
              <a:t>Right wrongs </a:t>
            </a:r>
          </a:p>
          <a:p>
            <a:r>
              <a:rPr lang="en-IN">
                <a:sym typeface="Wingdings" panose="05000000000000000000" pitchFamily="2" charset="2"/>
              </a:rPr>
              <a:t>Show Loyalty </a:t>
            </a:r>
          </a:p>
          <a:p>
            <a:r>
              <a:rPr lang="en-IN" b="1">
                <a:sym typeface="Wingdings" panose="05000000000000000000" pitchFamily="2" charset="2"/>
              </a:rPr>
              <a:t>Competence-Based </a:t>
            </a:r>
            <a:r>
              <a:rPr lang="en-IN" b="1" err="1">
                <a:sym typeface="Wingdings" panose="05000000000000000000" pitchFamily="2" charset="2"/>
              </a:rPr>
              <a:t>Behaviors</a:t>
            </a:r>
            <a:endParaRPr lang="en-IN" b="1">
              <a:sym typeface="Wingdings" panose="05000000000000000000" pitchFamily="2" charset="2"/>
            </a:endParaRPr>
          </a:p>
          <a:p>
            <a:r>
              <a:rPr lang="en-IN">
                <a:sym typeface="Wingdings" panose="05000000000000000000" pitchFamily="2" charset="2"/>
              </a:rPr>
              <a:t>Deliver Results </a:t>
            </a:r>
          </a:p>
          <a:p>
            <a:r>
              <a:rPr lang="en-IN">
                <a:sym typeface="Wingdings" panose="05000000000000000000" pitchFamily="2" charset="2"/>
              </a:rPr>
              <a:t>Get Better </a:t>
            </a:r>
          </a:p>
          <a:p>
            <a:r>
              <a:rPr lang="en-IN">
                <a:sym typeface="Wingdings" panose="05000000000000000000" pitchFamily="2" charset="2"/>
              </a:rPr>
              <a:t>Confront Reality </a:t>
            </a:r>
          </a:p>
          <a:p>
            <a:r>
              <a:rPr lang="en-IN">
                <a:sym typeface="Wingdings" panose="05000000000000000000" pitchFamily="2" charset="2"/>
              </a:rPr>
              <a:t>Clarify Expectation </a:t>
            </a:r>
          </a:p>
          <a:p>
            <a:r>
              <a:rPr lang="en-IN">
                <a:sym typeface="Wingdings" panose="05000000000000000000" pitchFamily="2" charset="2"/>
              </a:rPr>
              <a:t>Practice Accountability </a:t>
            </a:r>
          </a:p>
          <a:p>
            <a:r>
              <a:rPr lang="en-IN" b="1">
                <a:sym typeface="Wingdings" panose="05000000000000000000" pitchFamily="2" charset="2"/>
              </a:rPr>
              <a:t>Character &amp; Competence Behaviour </a:t>
            </a:r>
          </a:p>
          <a:p>
            <a:r>
              <a:rPr lang="en-IN">
                <a:sym typeface="Wingdings" panose="05000000000000000000" pitchFamily="2" charset="2"/>
              </a:rPr>
              <a:t>Listen First </a:t>
            </a:r>
          </a:p>
          <a:p>
            <a:r>
              <a:rPr lang="en-IN">
                <a:sym typeface="Wingdings" panose="05000000000000000000" pitchFamily="2" charset="2"/>
              </a:rPr>
              <a:t>Keep Commitments </a:t>
            </a:r>
          </a:p>
          <a:p>
            <a:r>
              <a:rPr lang="en-IN">
                <a:sym typeface="Wingdings" panose="05000000000000000000" pitchFamily="2" charset="2"/>
              </a:rPr>
              <a:t>Extend Trust </a:t>
            </a:r>
            <a:br>
              <a:rPr lang="en-IN">
                <a:sym typeface="Wingdings" panose="05000000000000000000" pitchFamily="2" charset="2"/>
              </a:rPr>
            </a:b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1D87F3-2079-4858-6935-1DBD17217A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8DF440-AC1E-4EB3-BCAA-2AAB8924A793}" type="slidenum">
              <a:rPr lang="en-US" sz="800" smtClean="0">
                <a:solidFill>
                  <a:schemeClr val="bg1"/>
                </a:solidFill>
                <a:latin typeface="Arial"/>
              </a:rPr>
              <a:pPr/>
              <a:t>10</a:t>
            </a:fld>
            <a:endParaRPr lang="en-US" sz="800">
              <a:solidFill>
                <a:schemeClr val="bg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305167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31C14-D4DD-0146-90F1-5717482A5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46E907-9FF3-9DBF-5D0F-AC2C8CD191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F85CEE-F494-76D2-E1F1-2BE063F2A0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56 Folks – 4 Scenarios – 4 Group</a:t>
            </a:r>
          </a:p>
          <a:p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Each Group – 14 people – 7 Pairs </a:t>
            </a:r>
          </a:p>
          <a:p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2 Pairs in each group to discuss </a:t>
            </a:r>
          </a:p>
          <a:p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Total 8 Pairs – 2-3 mins each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3A6DE0-DDB1-DED0-82E2-7F83FC91EE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8DF440-AC1E-4EB3-BCAA-2AAB8924A793}" type="slidenum">
              <a:rPr lang="en-US" sz="800" smtClean="0">
                <a:solidFill>
                  <a:schemeClr val="bg1"/>
                </a:solidFill>
                <a:latin typeface="Arial"/>
              </a:rPr>
              <a:pPr/>
              <a:t>11</a:t>
            </a:fld>
            <a:endParaRPr lang="en-US" sz="800">
              <a:solidFill>
                <a:schemeClr val="bg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882227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2E6C0-05E7-075D-71E4-DB97609E5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197C63-9152-C7F1-764A-5D41134142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35016A-B4F0-1715-BF4D-C9D6BCE4A1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/>
              <a:t>Goal:</a:t>
            </a:r>
            <a:r>
              <a:rPr lang="en-US"/>
              <a:t> Participants diagnose the root cause of a trust breakdown.</a:t>
            </a:r>
            <a:endParaRPr lang="en-US" b="1"/>
          </a:p>
          <a:p>
            <a:r>
              <a:rPr lang="en-US" b="1"/>
              <a:t>Group A: The Delayed Project</a:t>
            </a:r>
          </a:p>
          <a:p>
            <a:r>
              <a:rPr lang="en-US"/>
              <a:t>You’re leading a small initiative. A teammate of yours, keeps missing deadlines and giving vague updates. You don’t know the reason.</a:t>
            </a:r>
            <a:br>
              <a:rPr lang="en-US"/>
            </a:br>
            <a:r>
              <a:rPr lang="en-US"/>
              <a:t>Trust is dropping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What questions will you ask yourself and teammate to know why trust is broken (tie it to foundation of trust) and then what will be your next steps? </a:t>
            </a:r>
            <a:endParaRPr lang="en-US" b="1"/>
          </a:p>
          <a:p>
            <a:endParaRPr lang="en-US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You don’t know whether it’s: 	Character, Competence &amp; </a:t>
            </a:r>
            <a:r>
              <a:rPr lang="en-US" err="1"/>
              <a:t>Behaviour</a:t>
            </a:r>
            <a:r>
              <a:rPr lang="en-US"/>
              <a:t>. What will you do to figure out the real root cause?</a:t>
            </a:r>
          </a:p>
          <a:p>
            <a:endParaRPr lang="en-US"/>
          </a:p>
          <a:p>
            <a:endParaRPr lang="en-US" b="1"/>
          </a:p>
          <a:p>
            <a:r>
              <a:rPr lang="en-US" b="1"/>
              <a:t>Eg…</a:t>
            </a:r>
          </a:p>
          <a:p>
            <a:r>
              <a:rPr lang="en-US" b="1"/>
              <a:t>Character</a:t>
            </a:r>
            <a:r>
              <a:rPr lang="en-US"/>
              <a:t>: Is he hiding something?</a:t>
            </a:r>
          </a:p>
          <a:p>
            <a:r>
              <a:rPr lang="en-US" b="1"/>
              <a:t>Competence</a:t>
            </a:r>
            <a:r>
              <a:rPr lang="en-US"/>
              <a:t>: Is he struggling but not saying it?</a:t>
            </a:r>
          </a:p>
          <a:p>
            <a:r>
              <a:rPr lang="en-US" b="1" err="1"/>
              <a:t>Behaviour</a:t>
            </a:r>
            <a:r>
              <a:rPr lang="en-US"/>
              <a:t>: Is he ignoring expectations?</a:t>
            </a:r>
          </a:p>
          <a:p>
            <a:br>
              <a:rPr lang="en-US"/>
            </a:br>
            <a:endParaRPr lang="en-US"/>
          </a:p>
          <a:p>
            <a:r>
              <a:rPr lang="en-US" b="1"/>
              <a:t>Group B: The Withholding Leader</a:t>
            </a:r>
          </a:p>
          <a:p>
            <a:r>
              <a:rPr lang="en-US"/>
              <a:t>Your leader reviews your work but never gives full feedback. You feel they are not being transparent and trust drops.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What questions will you ask yourself and your leader to know why trust is broken (tie it to foundation of trust) and then what will be your next steps? </a:t>
            </a:r>
            <a:endParaRPr lang="en-US" b="1"/>
          </a:p>
          <a:p>
            <a:endParaRPr lang="en-US"/>
          </a:p>
          <a:p>
            <a:r>
              <a:rPr lang="en-US"/>
              <a:t>You don’t know whether it’s: 	Character, Competence &amp; </a:t>
            </a:r>
            <a:r>
              <a:rPr lang="en-US" err="1"/>
              <a:t>Behaviour</a:t>
            </a:r>
            <a:r>
              <a:rPr lang="en-US"/>
              <a:t>. What would you ask / say to uncover the reason for the trust gap?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Eg….</a:t>
            </a:r>
          </a:p>
          <a:p>
            <a:r>
              <a:rPr lang="en-US" b="1"/>
              <a:t>Character:</a:t>
            </a:r>
            <a:r>
              <a:rPr lang="en-US"/>
              <a:t> They don’t want you to succeed?</a:t>
            </a:r>
          </a:p>
          <a:p>
            <a:r>
              <a:rPr lang="en-US" b="1"/>
              <a:t>Competence:</a:t>
            </a:r>
            <a:r>
              <a:rPr lang="en-US"/>
              <a:t> They don’t know how to coach?</a:t>
            </a:r>
          </a:p>
          <a:p>
            <a:r>
              <a:rPr lang="en-US" b="1" err="1"/>
              <a:t>Behaviour</a:t>
            </a:r>
            <a:r>
              <a:rPr lang="en-US" b="1"/>
              <a:t>:</a:t>
            </a:r>
            <a:r>
              <a:rPr lang="en-US"/>
              <a:t> They’re simply too busy and not realizing impact?</a:t>
            </a:r>
          </a:p>
          <a:p>
            <a:endParaRPr lang="en-US"/>
          </a:p>
          <a:p>
            <a:r>
              <a:rPr lang="en-US" i="1"/>
              <a:t>Goal:</a:t>
            </a:r>
            <a:r>
              <a:rPr lang="en-US"/>
              <a:t> Participants plan corrective action using the 13 </a:t>
            </a:r>
            <a:r>
              <a:rPr lang="en-US" err="1"/>
              <a:t>Behaviours</a:t>
            </a:r>
            <a:r>
              <a:rPr lang="en-US"/>
              <a:t>.</a:t>
            </a:r>
          </a:p>
          <a:p>
            <a:r>
              <a:rPr lang="en-US" b="1"/>
              <a:t>Group C: You Broke a Commitment</a:t>
            </a:r>
          </a:p>
          <a:p>
            <a:r>
              <a:rPr lang="en-US"/>
              <a:t>You promised your stakeholder you would share an analysis by Friday. You missed the deadline and didn’t update them proactively.</a:t>
            </a:r>
          </a:p>
          <a:p>
            <a:r>
              <a:rPr lang="en-US" b="1"/>
              <a:t>You know the reason:</a:t>
            </a:r>
            <a:br>
              <a:rPr lang="en-US"/>
            </a:br>
            <a:r>
              <a:rPr lang="en-US"/>
              <a:t>The trust break is due to </a:t>
            </a:r>
            <a:r>
              <a:rPr lang="en-US" b="1"/>
              <a:t>broken commitments</a:t>
            </a:r>
            <a:r>
              <a:rPr lang="en-US"/>
              <a:t>.</a:t>
            </a:r>
          </a:p>
          <a:p>
            <a:r>
              <a:rPr lang="en-US" b="1"/>
              <a:t>Activity Question:</a:t>
            </a:r>
          </a:p>
          <a:p>
            <a:r>
              <a:rPr lang="en-US"/>
              <a:t>Which 2–3 trust </a:t>
            </a:r>
            <a:r>
              <a:rPr lang="en-US" err="1"/>
              <a:t>behaviours</a:t>
            </a:r>
            <a:r>
              <a:rPr lang="en-US"/>
              <a:t> will you </a:t>
            </a:r>
            <a:r>
              <a:rPr lang="en-US" err="1"/>
              <a:t>practise</a:t>
            </a:r>
            <a:r>
              <a:rPr lang="en-US"/>
              <a:t> to repair the damage?</a:t>
            </a:r>
            <a:br>
              <a:rPr lang="en-US"/>
            </a:br>
            <a:r>
              <a:rPr lang="en-US"/>
              <a:t>(e.g., </a:t>
            </a:r>
            <a:r>
              <a:rPr lang="en-US" i="1"/>
              <a:t>Right Wrongs</a:t>
            </a:r>
            <a:r>
              <a:rPr lang="en-US"/>
              <a:t>, </a:t>
            </a:r>
            <a:r>
              <a:rPr lang="en-US" i="1"/>
              <a:t>Keep Commitments</a:t>
            </a:r>
            <a:r>
              <a:rPr lang="en-US"/>
              <a:t>, </a:t>
            </a:r>
            <a:r>
              <a:rPr lang="en-US" i="1"/>
              <a:t>Create Transparency</a:t>
            </a:r>
            <a:r>
              <a:rPr lang="en-US"/>
              <a:t>)</a:t>
            </a:r>
          </a:p>
          <a:p>
            <a:br>
              <a:rPr lang="en-US"/>
            </a:br>
            <a:endParaRPr lang="en-US"/>
          </a:p>
          <a:p>
            <a:r>
              <a:rPr lang="en-US" b="1"/>
              <a:t>Group D: You Confronted Someone Poorly</a:t>
            </a:r>
          </a:p>
          <a:p>
            <a:r>
              <a:rPr lang="en-US"/>
              <a:t>You confronted a teammate in a meeting about an error, and it embarrassed them. Trust dropped.</a:t>
            </a:r>
          </a:p>
          <a:p>
            <a:r>
              <a:rPr lang="en-US" b="1"/>
              <a:t>You know the reason:</a:t>
            </a:r>
            <a:br>
              <a:rPr lang="en-US"/>
            </a:br>
            <a:r>
              <a:rPr lang="en-US"/>
              <a:t>It’s due to </a:t>
            </a:r>
            <a:r>
              <a:rPr lang="en-US" b="1"/>
              <a:t>low respect and poor </a:t>
            </a:r>
            <a:r>
              <a:rPr lang="en-US" b="1" err="1"/>
              <a:t>behaviour</a:t>
            </a:r>
            <a:endParaRPr lang="en-US"/>
          </a:p>
          <a:p>
            <a:r>
              <a:rPr lang="en-US" b="1"/>
              <a:t>Activity Question:</a:t>
            </a:r>
          </a:p>
          <a:p>
            <a:r>
              <a:rPr lang="en-US"/>
              <a:t>How will you restore trust?</a:t>
            </a:r>
            <a:br>
              <a:rPr lang="en-US"/>
            </a:br>
            <a:r>
              <a:rPr lang="en-US"/>
              <a:t>(e.g., </a:t>
            </a:r>
            <a:r>
              <a:rPr lang="en-US" err="1"/>
              <a:t>apologise</a:t>
            </a:r>
            <a:r>
              <a:rPr lang="en-US"/>
              <a:t>, acknowledge your mistake, demonstrate respect going forward)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312FDA-B3AE-839A-1092-10F9D9EFD7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8DF440-AC1E-4EB3-BCAA-2AAB8924A793}" type="slidenum">
              <a:rPr lang="en-US" sz="800" smtClean="0">
                <a:solidFill>
                  <a:schemeClr val="bg1"/>
                </a:solidFill>
                <a:latin typeface="Arial"/>
              </a:rPr>
              <a:pPr/>
              <a:t>12</a:t>
            </a:fld>
            <a:endParaRPr lang="en-US" sz="800">
              <a:solidFill>
                <a:schemeClr val="bg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33584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D769B-0AC5-17EA-10AF-E93D288A1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010A50-BA2F-9519-2C8A-A5FE0A9BD6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ACD1B7-4255-2041-A7BA-5858D09B2B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r>
              <a:rPr lang="en-US" baseline="30000">
                <a:solidFill>
                  <a:schemeClr val="tx1"/>
                </a:solidFill>
              </a:rPr>
              <a:t>st</a:t>
            </a:r>
            <a:r>
              <a:rPr lang="en-US">
                <a:solidFill>
                  <a:schemeClr val="tx1"/>
                </a:solidFill>
              </a:rPr>
              <a:t> question is assigned to 2 groups and 2</a:t>
            </a:r>
            <a:r>
              <a:rPr lang="en-US" baseline="30000">
                <a:solidFill>
                  <a:schemeClr val="tx1"/>
                </a:solidFill>
              </a:rPr>
              <a:t>nd</a:t>
            </a:r>
            <a:r>
              <a:rPr lang="en-US">
                <a:solidFill>
                  <a:schemeClr val="tx1"/>
                </a:solidFill>
              </a:rPr>
              <a:t> question is assigned to 2 groups.</a:t>
            </a:r>
          </a:p>
          <a:p>
            <a:r>
              <a:rPr lang="en-US">
                <a:solidFill>
                  <a:schemeClr val="tx1"/>
                </a:solidFill>
              </a:rPr>
              <a:t>15 mins to think, 5 mins each to any 2 groups (out of 4) to talk - 25 mins total</a:t>
            </a:r>
          </a:p>
          <a:p>
            <a:endParaRPr lang="en-US">
              <a:solidFill>
                <a:schemeClr val="tx1"/>
              </a:solidFill>
            </a:endParaRPr>
          </a:p>
          <a:p>
            <a:r>
              <a:rPr lang="en-US" b="1"/>
              <a:t>Scenario 1: You Broke a Commitment</a:t>
            </a:r>
          </a:p>
          <a:p>
            <a:r>
              <a:rPr lang="en-US"/>
              <a:t>You promised your stakeholder you would share an analysis by Friday. You missed the deadline and didn’t update them proactively.</a:t>
            </a:r>
          </a:p>
          <a:p>
            <a:endParaRPr lang="en-US"/>
          </a:p>
          <a:p>
            <a:r>
              <a:rPr lang="en-US" b="1"/>
              <a:t>You know the reason:</a:t>
            </a:r>
            <a:br>
              <a:rPr lang="en-US"/>
            </a:br>
            <a:r>
              <a:rPr lang="en-US"/>
              <a:t>The trust break is due to </a:t>
            </a:r>
            <a:r>
              <a:rPr lang="en-US" b="1"/>
              <a:t>broken commitments (</a:t>
            </a:r>
            <a:r>
              <a:rPr lang="en-US" b="1" err="1"/>
              <a:t>Behaviour</a:t>
            </a:r>
            <a:r>
              <a:rPr lang="en-US" b="1"/>
              <a:t> #12)</a:t>
            </a:r>
            <a:r>
              <a:rPr lang="en-US"/>
              <a:t>.</a:t>
            </a:r>
          </a:p>
          <a:p>
            <a:r>
              <a:rPr lang="en-US" b="1"/>
              <a:t>Activity Question:</a:t>
            </a:r>
          </a:p>
          <a:p>
            <a:r>
              <a:rPr lang="en-US"/>
              <a:t>Which 2–3 trust </a:t>
            </a:r>
            <a:r>
              <a:rPr lang="en-US" err="1"/>
              <a:t>behaviours</a:t>
            </a:r>
            <a:r>
              <a:rPr lang="en-US"/>
              <a:t> will you </a:t>
            </a:r>
            <a:r>
              <a:rPr lang="en-US" err="1"/>
              <a:t>practise</a:t>
            </a:r>
            <a:r>
              <a:rPr lang="en-US"/>
              <a:t> to repair the damage?</a:t>
            </a:r>
            <a:br>
              <a:rPr lang="en-US"/>
            </a:br>
            <a:r>
              <a:rPr lang="en-US"/>
              <a:t>(e.g., </a:t>
            </a:r>
            <a:r>
              <a:rPr lang="en-US" i="1"/>
              <a:t>Right Wrongs</a:t>
            </a:r>
            <a:r>
              <a:rPr lang="en-US"/>
              <a:t>, </a:t>
            </a:r>
            <a:r>
              <a:rPr lang="en-US" i="1"/>
              <a:t>Keep Commitments</a:t>
            </a:r>
            <a:r>
              <a:rPr lang="en-US"/>
              <a:t>, </a:t>
            </a:r>
            <a:r>
              <a:rPr lang="en-US" i="1"/>
              <a:t>Create Transparency</a:t>
            </a:r>
            <a:r>
              <a:rPr lang="en-US"/>
              <a:t>)</a:t>
            </a:r>
          </a:p>
          <a:p>
            <a:br>
              <a:rPr lang="en-US"/>
            </a:br>
            <a:endParaRPr lang="en-US"/>
          </a:p>
          <a:p>
            <a:r>
              <a:rPr lang="en-US" b="1"/>
              <a:t>Scenario 2: You Confronted Someone Poorly</a:t>
            </a:r>
          </a:p>
          <a:p>
            <a:r>
              <a:rPr lang="en-US"/>
              <a:t>You confronted a teammate in a meeting about an error, and it embarrassed them. Trust dropped.</a:t>
            </a:r>
          </a:p>
          <a:p>
            <a:r>
              <a:rPr lang="en-US" b="1"/>
              <a:t>You know the reason:</a:t>
            </a:r>
            <a:br>
              <a:rPr lang="en-US"/>
            </a:br>
            <a:r>
              <a:rPr lang="en-US"/>
              <a:t>It’s due to </a:t>
            </a:r>
            <a:r>
              <a:rPr lang="en-US" b="1"/>
              <a:t>low respect and poor </a:t>
            </a:r>
            <a:r>
              <a:rPr lang="en-US" b="1" err="1"/>
              <a:t>behaviour</a:t>
            </a:r>
            <a:r>
              <a:rPr lang="en-US" b="1"/>
              <a:t> (</a:t>
            </a:r>
            <a:r>
              <a:rPr lang="en-US" b="1" err="1"/>
              <a:t>Behaviour</a:t>
            </a:r>
            <a:r>
              <a:rPr lang="en-US" b="1"/>
              <a:t> #2: Demonstrate Respect)</a:t>
            </a:r>
            <a:r>
              <a:rPr lang="en-US"/>
              <a:t>.</a:t>
            </a:r>
          </a:p>
          <a:p>
            <a:r>
              <a:rPr lang="en-US" b="1"/>
              <a:t>Activity Question:</a:t>
            </a:r>
          </a:p>
          <a:p>
            <a:r>
              <a:rPr lang="en-US"/>
              <a:t>How will you restore trust?</a:t>
            </a:r>
            <a:br>
              <a:rPr lang="en-US"/>
            </a:br>
            <a:r>
              <a:rPr lang="en-US"/>
              <a:t>(e.g., </a:t>
            </a:r>
            <a:r>
              <a:rPr lang="en-US" err="1"/>
              <a:t>apologise</a:t>
            </a:r>
            <a:r>
              <a:rPr lang="en-US"/>
              <a:t>, acknowledge your mistake, demonstrate respect going forward)</a:t>
            </a:r>
          </a:p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F01CAA-C4C9-BFEE-EEBC-C873377C2B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8DF440-AC1E-4EB3-BCAA-2AAB8924A793}" type="slidenum">
              <a:rPr lang="en-US" sz="800" smtClean="0">
                <a:solidFill>
                  <a:schemeClr val="bg1"/>
                </a:solidFill>
                <a:latin typeface="Arial"/>
              </a:rPr>
              <a:pPr/>
              <a:t>13</a:t>
            </a:fld>
            <a:endParaRPr lang="en-US" sz="800">
              <a:solidFill>
                <a:schemeClr val="bg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033732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22727-5FD5-A44D-6755-E9052469A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72B399-6F3E-0EB0-3D22-DDB119E483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69FFC5-6AE3-3161-84DE-6DCB47C05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Individual</a:t>
            </a:r>
            <a:r>
              <a:rPr lang="en-US"/>
              <a:t> activity (5 volunteers), 15 mins to think, 5 people – 3 mins to talk (15 mins) , 30 mins total</a:t>
            </a:r>
          </a:p>
          <a:p>
            <a:endParaRPr lang="en-US"/>
          </a:p>
          <a:p>
            <a:r>
              <a:rPr lang="en-US"/>
              <a:t>This is the most imp. activity.</a:t>
            </a:r>
          </a:p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E930B7-0600-049F-9C7C-7CA1409FD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8DF440-AC1E-4EB3-BCAA-2AAB8924A793}" type="slidenum">
              <a:rPr lang="en-US" sz="800" smtClean="0">
                <a:solidFill>
                  <a:schemeClr val="bg1"/>
                </a:solidFill>
                <a:latin typeface="Arial"/>
              </a:rPr>
              <a:pPr/>
              <a:t>14</a:t>
            </a:fld>
            <a:endParaRPr lang="en-US" sz="800">
              <a:solidFill>
                <a:schemeClr val="bg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963476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FB7CD-D1D5-4E43-1D54-5C8E1C94F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AF6D95-85A4-0ED0-B7F3-004A40BD1E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38EC34-C0C8-0290-DA5A-F29A190722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r>
              <a:rPr lang="en-US" baseline="30000">
                <a:solidFill>
                  <a:schemeClr val="tx1"/>
                </a:solidFill>
              </a:rPr>
              <a:t>st</a:t>
            </a:r>
            <a:r>
              <a:rPr lang="en-US">
                <a:solidFill>
                  <a:schemeClr val="tx1"/>
                </a:solidFill>
              </a:rPr>
              <a:t> question is assigned to 2 groups and 2</a:t>
            </a:r>
            <a:r>
              <a:rPr lang="en-US" baseline="30000">
                <a:solidFill>
                  <a:schemeClr val="tx1"/>
                </a:solidFill>
              </a:rPr>
              <a:t>nd</a:t>
            </a:r>
            <a:r>
              <a:rPr lang="en-US">
                <a:solidFill>
                  <a:schemeClr val="tx1"/>
                </a:solidFill>
              </a:rPr>
              <a:t> question is assigned to 2 groups.</a:t>
            </a:r>
          </a:p>
          <a:p>
            <a:r>
              <a:rPr lang="en-US">
                <a:solidFill>
                  <a:schemeClr val="tx1"/>
                </a:solidFill>
              </a:rPr>
              <a:t>15 mins to think, 5 mins each to any 2 groups (out of 4) to talk - 25 mins total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6B253-76B9-997C-1795-8D85DAFEA2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8DF440-AC1E-4EB3-BCAA-2AAB8924A793}" type="slidenum">
              <a:rPr lang="en-US" sz="800" smtClean="0">
                <a:solidFill>
                  <a:schemeClr val="bg1"/>
                </a:solidFill>
                <a:latin typeface="Arial"/>
              </a:rPr>
              <a:pPr/>
              <a:t>15</a:t>
            </a:fld>
            <a:endParaRPr lang="en-US" sz="800">
              <a:solidFill>
                <a:schemeClr val="bg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762310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E160A-B2D7-1441-2113-CD24AFE1B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C74CE3-EB5B-B4AB-B778-A97E55A1E9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D39099-878C-3A68-00B5-B2BE936AA8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16E4C0-FDE8-169C-D5F8-6450F5A02B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8DF440-AC1E-4EB3-BCAA-2AAB8924A793}" type="slidenum">
              <a:rPr lang="en-US" sz="800" smtClean="0">
                <a:solidFill>
                  <a:schemeClr val="bg1"/>
                </a:solidFill>
                <a:latin typeface="Arial"/>
              </a:rPr>
              <a:pPr/>
              <a:t>16</a:t>
            </a:fld>
            <a:endParaRPr lang="en-US" sz="800">
              <a:solidFill>
                <a:schemeClr val="bg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150508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41285-0660-C35C-FB34-BC2B93DB1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6B0136-9D5B-B4FA-2946-1FC0041BDB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C4D0ED-2039-887A-8DF5-0C79C093D6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1</a:t>
            </a:r>
            <a:r>
              <a:rPr lang="en-US" baseline="30000">
                <a:solidFill>
                  <a:schemeClr val="tx1"/>
                </a:solidFill>
              </a:rPr>
              <a:t>st</a:t>
            </a:r>
            <a:r>
              <a:rPr lang="en-US">
                <a:solidFill>
                  <a:schemeClr val="tx1"/>
                </a:solidFill>
              </a:rPr>
              <a:t> question is assigned to 2 groups and 2</a:t>
            </a:r>
            <a:r>
              <a:rPr lang="en-US" baseline="30000">
                <a:solidFill>
                  <a:schemeClr val="tx1"/>
                </a:solidFill>
              </a:rPr>
              <a:t>nd</a:t>
            </a:r>
            <a:r>
              <a:rPr lang="en-US">
                <a:solidFill>
                  <a:schemeClr val="tx1"/>
                </a:solidFill>
              </a:rPr>
              <a:t> question is assigned to 2 groups.</a:t>
            </a:r>
          </a:p>
          <a:p>
            <a:r>
              <a:rPr lang="en-US">
                <a:solidFill>
                  <a:schemeClr val="tx1"/>
                </a:solidFill>
              </a:rPr>
              <a:t>15 mins to think, 5 mins each to any 2 groups (out of 4) to talk - 25 mins total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BD4B1C-B4A8-378E-833D-A32A075A2F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8DF440-AC1E-4EB3-BCAA-2AAB8924A793}" type="slidenum">
              <a:rPr lang="en-US" sz="800" smtClean="0">
                <a:solidFill>
                  <a:schemeClr val="bg1"/>
                </a:solidFill>
                <a:latin typeface="Arial"/>
              </a:rPr>
              <a:pPr/>
              <a:t>17</a:t>
            </a:fld>
            <a:endParaRPr lang="en-US" sz="800">
              <a:solidFill>
                <a:schemeClr val="bg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835477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F0DCF-8042-2C98-9517-DCA598B2D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DB82AA-0E4F-3160-3A28-04FA93B7DD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2C0882-2E65-9379-4818-DF900F650F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2 question on each foundation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644E43-EE17-1CD1-9C16-A0179627BC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8DF440-AC1E-4EB3-BCAA-2AAB8924A793}" type="slidenum">
              <a:rPr lang="en-US" sz="800" smtClean="0">
                <a:solidFill>
                  <a:schemeClr val="bg1"/>
                </a:solidFill>
                <a:latin typeface="Arial"/>
              </a:rPr>
              <a:pPr/>
              <a:t>18</a:t>
            </a:fld>
            <a:endParaRPr lang="en-US" sz="800">
              <a:solidFill>
                <a:schemeClr val="bg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73299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AB9E9-540C-1292-BC78-4B6D2340E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C07025-2D0E-C6A7-AF8B-7243CE0DB9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EE9A0E-9F94-AE20-3A06-8F0230D386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schemeClr val="bg2"/>
                </a:solidFill>
              </a:rPr>
              <a:t>Whiteboard – When the team is sharing, note it down.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>
              <a:solidFill>
                <a:schemeClr val="bg2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schemeClr val="bg2"/>
                </a:solidFill>
              </a:rPr>
              <a:t>Say low trust, how do we fix this.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F469D1-F840-6A02-803C-B4995C8871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8DF440-AC1E-4EB3-BCAA-2AAB8924A793}" type="slidenum">
              <a:rPr lang="en-US" sz="800" smtClean="0">
                <a:solidFill>
                  <a:schemeClr val="bg1"/>
                </a:solidFill>
                <a:latin typeface="Arial"/>
              </a:rPr>
              <a:pPr/>
              <a:t>19</a:t>
            </a:fld>
            <a:endParaRPr lang="en-US" sz="800">
              <a:solidFill>
                <a:schemeClr val="bg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337962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8DF440-AC1E-4EB3-BCAA-2AAB8924A793}" type="slidenum">
              <a:rPr lang="en-US" sz="800" smtClean="0">
                <a:solidFill>
                  <a:schemeClr val="bg1"/>
                </a:solidFill>
                <a:latin typeface="Arial"/>
              </a:rPr>
              <a:pPr/>
              <a:t>20</a:t>
            </a:fld>
            <a:endParaRPr lang="en-US" sz="800">
              <a:solidFill>
                <a:schemeClr val="bg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0968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3.xml"/><Relationship Id="rId4" Type="http://schemas.openxmlformats.org/officeDocument/2006/relationships/image" Target="../media/image3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4.xml"/><Relationship Id="rId4" Type="http://schemas.openxmlformats.org/officeDocument/2006/relationships/image" Target="../media/image3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5.xml"/><Relationship Id="rId4" Type="http://schemas.openxmlformats.org/officeDocument/2006/relationships/image" Target="../media/image3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6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7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8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9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10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6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6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6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6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21.png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6.xml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6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6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6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6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6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60846" cy="5152976"/>
          </a:xfrm>
          <a:prstGeom prst="rect">
            <a:avLst/>
          </a:prstGeom>
        </p:spPr>
      </p:pic>
      <p:sp>
        <p:nvSpPr>
          <p:cNvPr id="9" name="Title Placeholder 21"/>
          <p:cNvSpPr>
            <a:spLocks noGrp="1"/>
          </p:cNvSpPr>
          <p:nvPr>
            <p:ph type="ctrTitle" hasCustomPrompt="1"/>
          </p:nvPr>
        </p:nvSpPr>
        <p:spPr>
          <a:xfrm>
            <a:off x="274319" y="290332"/>
            <a:ext cx="5200791" cy="1661993"/>
          </a:xfrm>
          <a:prstGeom prst="rect">
            <a:avLst/>
          </a:prstGeom>
        </p:spPr>
        <p:txBody>
          <a:bodyPr wrap="square" lIns="0" rIns="0" anchor="b" anchorCtr="0">
            <a:norm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5400" b="0" i="0" smtClean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</a:t>
            </a:r>
            <a:br>
              <a:rPr lang="en-US"/>
            </a:br>
            <a:r>
              <a:rPr lang="en-US"/>
              <a:t>title slide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subTitle" idx="1" hasCustomPrompt="1"/>
          </p:nvPr>
        </p:nvSpPr>
        <p:spPr>
          <a:xfrm>
            <a:off x="274320" y="2252133"/>
            <a:ext cx="5200791" cy="30777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buFont typeface="Wingdings" pitchFamily="2" charset="2"/>
              <a:buNone/>
              <a:defRPr sz="2000" b="1" i="0" smtClean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0133" y="4374069"/>
            <a:ext cx="1630654" cy="2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587708"/>
      </p:ext>
    </p:extLst>
  </p:cSld>
  <p:clrMapOvr>
    <a:masterClrMapping/>
  </p:clrMapOvr>
  <p:transition spd="med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60844" cy="5152975"/>
          </a:xfrm>
          <a:prstGeom prst="rect">
            <a:avLst/>
          </a:prstGeom>
        </p:spPr>
      </p:pic>
      <p:sp>
        <p:nvSpPr>
          <p:cNvPr id="9" name="Title Placeholder 21"/>
          <p:cNvSpPr>
            <a:spLocks noGrp="1"/>
          </p:cNvSpPr>
          <p:nvPr>
            <p:ph type="ctrTitle" hasCustomPrompt="1"/>
          </p:nvPr>
        </p:nvSpPr>
        <p:spPr>
          <a:xfrm>
            <a:off x="274320" y="289726"/>
            <a:ext cx="5200791" cy="1661993"/>
          </a:xfrm>
          <a:prstGeom prst="rect">
            <a:avLst/>
          </a:prstGeom>
        </p:spPr>
        <p:txBody>
          <a:bodyPr wrap="square" lIns="0" rIns="0" anchor="b" anchorCtr="0">
            <a:normAutofit/>
          </a:bodyPr>
          <a:lstStyle>
            <a:lvl1pPr>
              <a:defRPr lang="en-US" sz="5400" i="0" dirty="0" smtClean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>
              <a:lnSpc>
                <a:spcPct val="100000"/>
              </a:lnSpc>
              <a:spcAft>
                <a:spcPts val="0"/>
              </a:spcAft>
            </a:pPr>
            <a:r>
              <a:rPr lang="en-US"/>
              <a:t>Click to edit</a:t>
            </a:r>
            <a:br>
              <a:rPr lang="en-US"/>
            </a:br>
            <a:r>
              <a:rPr lang="en-US"/>
              <a:t>title slide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subTitle" idx="1" hasCustomPrompt="1"/>
          </p:nvPr>
        </p:nvSpPr>
        <p:spPr>
          <a:xfrm>
            <a:off x="274320" y="2252133"/>
            <a:ext cx="5200791" cy="30777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buFont typeface="Wingdings" pitchFamily="2" charset="2"/>
              <a:buNone/>
              <a:defRPr sz="2000" b="1" i="0" smtClean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0133" y="4374069"/>
            <a:ext cx="1630654" cy="2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32562"/>
      </p:ext>
    </p:extLst>
  </p:cSld>
  <p:clrMapOvr>
    <a:masterClrMapping/>
  </p:clrMapOvr>
  <p:transition spd="med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60844" cy="5152975"/>
          </a:xfrm>
          <a:prstGeom prst="rect">
            <a:avLst/>
          </a:prstGeom>
        </p:spPr>
      </p:pic>
      <p:sp>
        <p:nvSpPr>
          <p:cNvPr id="9" name="Title Placeholder 21"/>
          <p:cNvSpPr>
            <a:spLocks noGrp="1"/>
          </p:cNvSpPr>
          <p:nvPr>
            <p:ph type="ctrTitle" hasCustomPrompt="1"/>
          </p:nvPr>
        </p:nvSpPr>
        <p:spPr>
          <a:xfrm>
            <a:off x="274319" y="288114"/>
            <a:ext cx="5200791" cy="1661993"/>
          </a:xfrm>
          <a:prstGeom prst="rect">
            <a:avLst/>
          </a:prstGeom>
        </p:spPr>
        <p:txBody>
          <a:bodyPr wrap="square" lIns="0" rIns="0" anchor="b" anchorCtr="0">
            <a:norm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5400" b="0" i="0" smtClean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</a:t>
            </a:r>
            <a:br>
              <a:rPr lang="en-US"/>
            </a:br>
            <a:r>
              <a:rPr lang="en-US"/>
              <a:t>title slide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subTitle" idx="1" hasCustomPrompt="1"/>
          </p:nvPr>
        </p:nvSpPr>
        <p:spPr>
          <a:xfrm>
            <a:off x="274320" y="2252133"/>
            <a:ext cx="5200791" cy="30777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buFont typeface="Wingdings" pitchFamily="2" charset="2"/>
              <a:buNone/>
              <a:defRPr sz="2000" b="1" i="0" smtClean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0133" y="4374069"/>
            <a:ext cx="1630654" cy="2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294959"/>
      </p:ext>
    </p:extLst>
  </p:cSld>
  <p:clrMapOvr>
    <a:masterClrMapping/>
  </p:clrMapOvr>
  <p:transition spd="med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_Blac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6" name="Title Placeholder 21"/>
          <p:cNvSpPr>
            <a:spLocks noGrp="1"/>
          </p:cNvSpPr>
          <p:nvPr>
            <p:ph type="ctrTitle" hasCustomPrompt="1"/>
          </p:nvPr>
        </p:nvSpPr>
        <p:spPr>
          <a:xfrm>
            <a:off x="274320" y="289291"/>
            <a:ext cx="5200791" cy="1661993"/>
          </a:xfrm>
          <a:prstGeom prst="rect">
            <a:avLst/>
          </a:prstGeom>
        </p:spPr>
        <p:txBody>
          <a:bodyPr wrap="square" lIns="0" rIns="0" anchor="b" anchorCtr="0">
            <a:norm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5400" b="0" i="0" smtClean="0">
                <a:solidFill>
                  <a:schemeClr val="tx2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</a:t>
            </a:r>
            <a:br>
              <a:rPr lang="en-US"/>
            </a:br>
            <a:r>
              <a:rPr lang="en-US"/>
              <a:t>title slide</a:t>
            </a:r>
          </a:p>
        </p:txBody>
      </p:sp>
      <p:sp>
        <p:nvSpPr>
          <p:cNvPr id="361477" name="Text Placeholder 12"/>
          <p:cNvSpPr>
            <a:spLocks noGrp="1"/>
          </p:cNvSpPr>
          <p:nvPr>
            <p:ph type="subTitle" idx="1" hasCustomPrompt="1"/>
          </p:nvPr>
        </p:nvSpPr>
        <p:spPr>
          <a:xfrm>
            <a:off x="274320" y="2252133"/>
            <a:ext cx="5200791" cy="30777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buFont typeface="Wingdings" pitchFamily="2" charset="2"/>
              <a:buNone/>
              <a:defRPr sz="2000" b="1" i="0" smtClean="0">
                <a:solidFill>
                  <a:schemeClr val="tx2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0133" y="4374069"/>
            <a:ext cx="1630654" cy="2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566763"/>
      </p:ext>
    </p:extLst>
  </p:cSld>
  <p:clrMapOvr>
    <a:masterClrMapping/>
  </p:clrMapOvr>
  <p:transition spd="med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_Carb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6" name="Title Placeholder 21"/>
          <p:cNvSpPr>
            <a:spLocks noGrp="1"/>
          </p:cNvSpPr>
          <p:nvPr>
            <p:ph type="ctrTitle" hasCustomPrompt="1"/>
          </p:nvPr>
        </p:nvSpPr>
        <p:spPr>
          <a:xfrm>
            <a:off x="274320" y="294162"/>
            <a:ext cx="5200791" cy="1661993"/>
          </a:xfrm>
          <a:prstGeom prst="rect">
            <a:avLst/>
          </a:prstGeom>
        </p:spPr>
        <p:txBody>
          <a:bodyPr wrap="square" lIns="0" rIns="0" anchor="b" anchorCtr="0">
            <a:norm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5400" b="0" i="0" smtClean="0">
                <a:solidFill>
                  <a:schemeClr val="tx2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</a:t>
            </a:r>
            <a:br>
              <a:rPr lang="en-US"/>
            </a:br>
            <a:r>
              <a:rPr lang="en-US"/>
              <a:t>title slide</a:t>
            </a:r>
          </a:p>
        </p:txBody>
      </p:sp>
      <p:sp>
        <p:nvSpPr>
          <p:cNvPr id="361477" name="Text Placeholder 12"/>
          <p:cNvSpPr>
            <a:spLocks noGrp="1"/>
          </p:cNvSpPr>
          <p:nvPr>
            <p:ph type="subTitle" idx="1" hasCustomPrompt="1"/>
          </p:nvPr>
        </p:nvSpPr>
        <p:spPr>
          <a:xfrm>
            <a:off x="274320" y="2252133"/>
            <a:ext cx="5200791" cy="30777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buFont typeface="Wingdings" pitchFamily="2" charset="2"/>
              <a:buNone/>
              <a:defRPr sz="2000" b="1" i="0" smtClean="0">
                <a:solidFill>
                  <a:schemeClr val="tx2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0133" y="4374069"/>
            <a:ext cx="1630654" cy="2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18694"/>
      </p:ext>
    </p:extLst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_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6" name="Title Placeholder 21"/>
          <p:cNvSpPr>
            <a:spLocks noGrp="1"/>
          </p:cNvSpPr>
          <p:nvPr>
            <p:ph type="ctrTitle" hasCustomPrompt="1"/>
          </p:nvPr>
        </p:nvSpPr>
        <p:spPr>
          <a:xfrm>
            <a:off x="274320" y="294162"/>
            <a:ext cx="5200791" cy="1661993"/>
          </a:xfrm>
          <a:prstGeom prst="rect">
            <a:avLst/>
          </a:prstGeom>
        </p:spPr>
        <p:txBody>
          <a:bodyPr wrap="square" lIns="0" rIns="0" anchor="b" anchorCtr="0">
            <a:norm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5400" b="0" i="0" smtClean="0">
                <a:solidFill>
                  <a:schemeClr val="tx2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</a:t>
            </a:r>
            <a:br>
              <a:rPr lang="en-US"/>
            </a:br>
            <a:r>
              <a:rPr lang="en-US"/>
              <a:t>title slide</a:t>
            </a:r>
          </a:p>
        </p:txBody>
      </p:sp>
      <p:sp>
        <p:nvSpPr>
          <p:cNvPr id="361477" name="Text Placeholder 12"/>
          <p:cNvSpPr>
            <a:spLocks noGrp="1"/>
          </p:cNvSpPr>
          <p:nvPr>
            <p:ph type="subTitle" idx="1" hasCustomPrompt="1"/>
          </p:nvPr>
        </p:nvSpPr>
        <p:spPr>
          <a:xfrm>
            <a:off x="274320" y="2252133"/>
            <a:ext cx="5200791" cy="30777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buFont typeface="Wingdings" pitchFamily="2" charset="2"/>
              <a:buNone/>
              <a:defRPr sz="2000" b="1" i="0" smtClean="0">
                <a:solidFill>
                  <a:schemeClr val="tx2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0133" y="4374069"/>
            <a:ext cx="1630654" cy="2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849704"/>
      </p:ext>
    </p:extLst>
  </p:cSld>
  <p:clrMapOvr>
    <a:masterClrMapping/>
  </p:clrMapOvr>
  <p:transition spd="med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_bod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319" y="271886"/>
            <a:ext cx="7955280" cy="640080"/>
          </a:xfrm>
          <a:prstGeom prst="rect">
            <a:avLst/>
          </a:prstGeom>
        </p:spPr>
        <p:txBody>
          <a:bodyPr lIns="0" rIns="0"/>
          <a:lstStyle>
            <a:lvl1pPr>
              <a:defRPr baseline="0">
                <a:solidFill>
                  <a:srgbClr val="007DB8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content page title</a:t>
            </a:r>
          </a:p>
        </p:txBody>
      </p:sp>
      <p:sp>
        <p:nvSpPr>
          <p:cNvPr id="4" name="Content Placeholder 4"/>
          <p:cNvSpPr>
            <a:spLocks noGrp="1"/>
          </p:cNvSpPr>
          <p:nvPr>
            <p:ph sz="quarter" idx="10"/>
          </p:nvPr>
        </p:nvSpPr>
        <p:spPr>
          <a:xfrm>
            <a:off x="271463" y="1277938"/>
            <a:ext cx="7958137" cy="3192461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808080"/>
              </a:buClr>
              <a:buNone/>
              <a:defRPr>
                <a:latin typeface="+mn-lt"/>
                <a:ea typeface="Arial"/>
              </a:defRPr>
            </a:lvl1pPr>
            <a:lvl2pPr marL="341312" indent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buNone/>
              <a:defRPr>
                <a:latin typeface="+mn-lt"/>
                <a:ea typeface="Arial"/>
              </a:defRPr>
            </a:lvl2pPr>
            <a:lvl3pPr marL="688975" indent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buNone/>
              <a:defRPr>
                <a:latin typeface="+mn-lt"/>
                <a:ea typeface="Arial"/>
              </a:defRPr>
            </a:lvl3pPr>
            <a:lvl4pPr marL="1258888" indent="-230188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</a:defRPr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 sz="10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89436334"/>
      </p:ext>
    </p:extLst>
  </p:cSld>
  <p:clrMapOvr>
    <a:masterClrMapping/>
  </p:clrMapOvr>
  <p:transition spd="med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_Bulleted bod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319" y="271886"/>
            <a:ext cx="7955280" cy="640080"/>
          </a:xfrm>
          <a:prstGeom prst="rect">
            <a:avLst/>
          </a:prstGeom>
        </p:spPr>
        <p:txBody>
          <a:bodyPr lIns="0" rIns="0"/>
          <a:lstStyle>
            <a:lvl1pPr>
              <a:defRPr baseline="0">
                <a:solidFill>
                  <a:srgbClr val="007DB8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content page title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271463" y="1277938"/>
            <a:ext cx="7958137" cy="3192461"/>
          </a:xfrm>
          <a:prstGeom prst="rect">
            <a:avLst/>
          </a:prstGeom>
        </p:spPr>
        <p:txBody>
          <a:bodyPr vert="horz"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  <a:ea typeface="Arial"/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  <a:ea typeface="Arial"/>
              </a:defRPr>
            </a:lvl2pPr>
            <a:lvl3pPr marL="858838" indent="-169863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  <a:ea typeface="Arial"/>
              </a:defRPr>
            </a:lvl3pPr>
            <a:lvl4pPr marL="1258888" indent="-230188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</a:defRPr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 sz="10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30340427"/>
      </p:ext>
    </p:extLst>
  </p:cSld>
  <p:clrMapOvr>
    <a:masterClrMapping/>
  </p:clrMapOvr>
  <p:transition spd="med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319" y="271885"/>
            <a:ext cx="7955280" cy="640080"/>
          </a:xfrm>
          <a:prstGeom prst="rect">
            <a:avLst/>
          </a:prstGeom>
        </p:spPr>
        <p:txBody>
          <a:bodyPr lIns="0" rIns="0">
            <a:normAutofit/>
          </a:bodyPr>
          <a:lstStyle>
            <a:lvl1pPr>
              <a:defRPr baseline="0">
                <a:solidFill>
                  <a:srgbClr val="007DB8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content page title </a:t>
            </a:r>
          </a:p>
        </p:txBody>
      </p:sp>
      <p:sp>
        <p:nvSpPr>
          <p:cNvPr id="5" name="Text Placeholder 12"/>
          <p:cNvSpPr>
            <a:spLocks noGrp="1"/>
          </p:cNvSpPr>
          <p:nvPr>
            <p:ph type="subTitle" idx="11" hasCustomPrompt="1"/>
          </p:nvPr>
        </p:nvSpPr>
        <p:spPr>
          <a:xfrm>
            <a:off x="266700" y="1057766"/>
            <a:ext cx="7960422" cy="313267"/>
          </a:xfrm>
          <a:prstGeom prst="rect">
            <a:avLst/>
          </a:prstGeom>
        </p:spPr>
        <p:txBody>
          <a:bodyPr lIns="0" rIns="0" anchor="t" anchorCtr="0"/>
          <a:lstStyle>
            <a:lvl1pPr marL="228600" indent="-228600">
              <a:buNone/>
              <a:defRPr lang="en-US" b="1" dirty="0" smtClean="0">
                <a:latin typeface="Arial" panose="020B0604020202020204" pitchFamily="34" charset="0"/>
                <a:ea typeface="Arial"/>
                <a:cs typeface="Arial" panose="020B0604020202020204" pitchFamily="34" charset="0"/>
              </a:defRPr>
            </a:lvl1pPr>
          </a:lstStyle>
          <a:p>
            <a:pPr marL="0" lvl="0" indent="0"/>
            <a:r>
              <a:rPr lang="en-US"/>
              <a:t>Click to edit master subtitle style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sz="quarter" idx="10"/>
          </p:nvPr>
        </p:nvSpPr>
        <p:spPr>
          <a:xfrm>
            <a:off x="271463" y="1541463"/>
            <a:ext cx="7958137" cy="2928937"/>
          </a:xfrm>
          <a:prstGeom prst="rect">
            <a:avLst/>
          </a:prstGeom>
        </p:spPr>
        <p:txBody>
          <a:bodyPr vert="horz"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  <a:ea typeface="Arial"/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  <a:ea typeface="Arial"/>
              </a:defRPr>
            </a:lvl2pPr>
            <a:lvl3pPr marL="858838" indent="-169863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  <a:ea typeface="Arial"/>
              </a:defRPr>
            </a:lvl3pPr>
            <a:lvl4pPr marL="1258888" indent="-230188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</a:defRPr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 sz="10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18882768"/>
      </p:ext>
    </p:extLst>
  </p:cSld>
  <p:clrMapOvr>
    <a:masterClrMapping/>
  </p:clrMapOvr>
  <p:transition spd="med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wo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319" y="271886"/>
            <a:ext cx="7955280" cy="640080"/>
          </a:xfrm>
          <a:prstGeom prst="rect">
            <a:avLst/>
          </a:prstGeom>
        </p:spPr>
        <p:txBody>
          <a:bodyPr lIns="0" rIns="0"/>
          <a:lstStyle>
            <a:lvl1pPr>
              <a:defRPr>
                <a:solidFill>
                  <a:srgbClr val="007DB8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content page title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271463" y="1277938"/>
            <a:ext cx="3843337" cy="3192461"/>
          </a:xfrm>
          <a:prstGeom prst="rect">
            <a:avLst/>
          </a:prstGeom>
        </p:spPr>
        <p:txBody>
          <a:bodyPr vert="horz"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  <a:ea typeface="Arial"/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  <a:ea typeface="Arial"/>
              </a:defRPr>
            </a:lvl2pPr>
            <a:lvl3pPr marL="858838" indent="-169863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  <a:ea typeface="Arial"/>
              </a:defRPr>
            </a:lvl3pPr>
            <a:lvl4pPr marL="1258888" indent="-230188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</a:defRPr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 sz="10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sz="quarter" idx="11"/>
          </p:nvPr>
        </p:nvSpPr>
        <p:spPr>
          <a:xfrm>
            <a:off x="4376738" y="1277938"/>
            <a:ext cx="3852862" cy="3192461"/>
          </a:xfrm>
          <a:prstGeom prst="rect">
            <a:avLst/>
          </a:prstGeom>
        </p:spPr>
        <p:txBody>
          <a:bodyPr vert="horz"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  <a:ea typeface="Arial"/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  <a:ea typeface="Arial"/>
              </a:defRPr>
            </a:lvl2pPr>
            <a:lvl3pPr marL="858838" indent="-169863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  <a:ea typeface="Arial"/>
              </a:defRPr>
            </a:lvl3pPr>
            <a:lvl4pPr marL="1258888" indent="-230188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</a:defRPr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 sz="10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73395220"/>
      </p:ext>
    </p:extLst>
  </p:cSld>
  <p:clrMapOvr>
    <a:masterClrMapping/>
  </p:clrMapOvr>
  <p:transition spd="med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left margi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73050" y="271463"/>
            <a:ext cx="4295219" cy="814832"/>
          </a:xfrm>
          <a:prstGeom prst="rect">
            <a:avLst/>
          </a:prstGeom>
        </p:spPr>
        <p:txBody>
          <a:bodyPr lIns="0" rIns="0"/>
          <a:lstStyle>
            <a:lvl1pPr>
              <a:defRPr>
                <a:solidFill>
                  <a:srgbClr val="007DB8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content page title</a:t>
            </a:r>
          </a:p>
        </p:txBody>
      </p:sp>
      <p:sp>
        <p:nvSpPr>
          <p:cNvPr id="4" name="Content Placeholder 4"/>
          <p:cNvSpPr>
            <a:spLocks noGrp="1"/>
          </p:cNvSpPr>
          <p:nvPr>
            <p:ph sz="quarter" idx="10"/>
          </p:nvPr>
        </p:nvSpPr>
        <p:spPr>
          <a:xfrm>
            <a:off x="271464" y="1277938"/>
            <a:ext cx="4291012" cy="3192461"/>
          </a:xfrm>
          <a:prstGeom prst="rect">
            <a:avLst/>
          </a:prstGeom>
        </p:spPr>
        <p:txBody>
          <a:bodyPr vert="horz"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  <a:ea typeface="Arial"/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  <a:ea typeface="Arial"/>
              </a:defRPr>
            </a:lvl2pPr>
            <a:lvl3pPr marL="858838" indent="-169863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  <a:ea typeface="Arial"/>
              </a:defRPr>
            </a:lvl3pPr>
            <a:lvl4pPr marL="1258888" indent="-230188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</a:defRPr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 sz="10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165732004"/>
      </p:ext>
    </p:extLst>
  </p:cSld>
  <p:clrMapOvr>
    <a:masterClrMapping/>
  </p:clrMapOvr>
  <p:transition spd="med"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left margin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73050" y="274056"/>
            <a:ext cx="4865304" cy="486332"/>
          </a:xfrm>
          <a:prstGeom prst="rect">
            <a:avLst/>
          </a:prstGeom>
        </p:spPr>
        <p:txBody>
          <a:bodyPr lIns="0" rIns="0"/>
          <a:lstStyle>
            <a:lvl1pPr>
              <a:defRPr baseline="0">
                <a:latin typeface="Arial" panose="020B0604020202020204" pitchFamily="34" charset="0"/>
                <a:ea typeface="Arial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content page title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subTitle" idx="11" hasCustomPrompt="1"/>
          </p:nvPr>
        </p:nvSpPr>
        <p:spPr>
          <a:xfrm>
            <a:off x="266700" y="767409"/>
            <a:ext cx="4305300" cy="313267"/>
          </a:xfrm>
          <a:prstGeom prst="rect">
            <a:avLst/>
          </a:prstGeom>
        </p:spPr>
        <p:txBody>
          <a:bodyPr lIns="0" rIns="0" anchor="t" anchorCtr="0"/>
          <a:lstStyle>
            <a:lvl1pPr marL="228600" indent="-228600">
              <a:buNone/>
              <a:defRPr lang="en-US" b="1" dirty="0" smtClean="0">
                <a:latin typeface="Arial" panose="020B0604020202020204" pitchFamily="34" charset="0"/>
                <a:ea typeface="Arial"/>
                <a:cs typeface="Arial" panose="020B0604020202020204" pitchFamily="34" charset="0"/>
              </a:defRPr>
            </a:lvl1pPr>
          </a:lstStyle>
          <a:p>
            <a:pPr marL="0" lvl="0" indent="0"/>
            <a:r>
              <a:rPr lang="en-US"/>
              <a:t>Click to edit master subtitle style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271464" y="1277938"/>
            <a:ext cx="4291012" cy="3192461"/>
          </a:xfrm>
          <a:prstGeom prst="rect">
            <a:avLst/>
          </a:prstGeom>
        </p:spPr>
        <p:txBody>
          <a:bodyPr vert="horz"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  <a:ea typeface="Arial"/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  <a:ea typeface="Arial"/>
              </a:defRPr>
            </a:lvl2pPr>
            <a:lvl3pPr marL="858838" indent="-169863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  <a:ea typeface="Arial"/>
              </a:defRPr>
            </a:lvl3pPr>
            <a:lvl4pPr marL="1258888" indent="-230188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</a:defRPr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 sz="10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83415563"/>
      </p:ext>
    </p:extLst>
  </p:cSld>
  <p:clrMapOvr>
    <a:masterClrMapping/>
  </p:clrMapOvr>
  <p:transition spd="med"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left margin with subhead and two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74320" y="274320"/>
            <a:ext cx="4297680" cy="840802"/>
          </a:xfrm>
          <a:prstGeom prst="rect">
            <a:avLst/>
          </a:prstGeom>
        </p:spPr>
        <p:txBody>
          <a:bodyPr lIns="0" rIns="0"/>
          <a:lstStyle>
            <a:lvl1pPr>
              <a:defRPr baseline="0">
                <a:solidFill>
                  <a:srgbClr val="007DB8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content </a:t>
            </a:r>
            <a:br>
              <a:rPr lang="en-US"/>
            </a:br>
            <a:r>
              <a:rPr lang="en-US"/>
              <a:t>page title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subTitle" idx="11" hasCustomPrompt="1"/>
          </p:nvPr>
        </p:nvSpPr>
        <p:spPr>
          <a:xfrm>
            <a:off x="266700" y="1113366"/>
            <a:ext cx="4305300" cy="313267"/>
          </a:xfrm>
          <a:prstGeom prst="rect">
            <a:avLst/>
          </a:prstGeom>
        </p:spPr>
        <p:txBody>
          <a:bodyPr lIns="0" rIns="0" anchor="t" anchorCtr="0"/>
          <a:lstStyle>
            <a:lvl1pPr marL="228600" indent="-228600">
              <a:buNone/>
              <a:defRPr lang="en-US" b="1" dirty="0" smtClean="0">
                <a:latin typeface="Arial" panose="020B0604020202020204" pitchFamily="34" charset="0"/>
                <a:ea typeface="Arial"/>
                <a:cs typeface="Arial" panose="020B0604020202020204" pitchFamily="34" charset="0"/>
              </a:defRPr>
            </a:lvl1pPr>
          </a:lstStyle>
          <a:p>
            <a:pPr marL="0" lvl="0" indent="0"/>
            <a:r>
              <a:rPr lang="en-US"/>
              <a:t>Click to edit master subtitle style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271464" y="1541463"/>
            <a:ext cx="4291012" cy="2928937"/>
          </a:xfrm>
          <a:prstGeom prst="rect">
            <a:avLst/>
          </a:prstGeom>
        </p:spPr>
        <p:txBody>
          <a:bodyPr vert="horz"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  <a:ea typeface="Arial"/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  <a:ea typeface="Arial"/>
              </a:defRPr>
            </a:lvl2pPr>
            <a:lvl3pPr marL="858838" indent="-169863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  <a:ea typeface="Arial"/>
              </a:defRPr>
            </a:lvl3pPr>
            <a:lvl4pPr marL="1258888" indent="-230188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</a:defRPr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 sz="10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936921452"/>
      </p:ext>
    </p:extLst>
  </p:cSld>
  <p:clrMapOvr>
    <a:masterClrMapping/>
  </p:clrMapOvr>
  <p:transition spd="med"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no bod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319" y="271886"/>
            <a:ext cx="7955280" cy="472577"/>
          </a:xfrm>
          <a:prstGeom prst="rect">
            <a:avLst/>
          </a:prstGeom>
        </p:spPr>
        <p:txBody>
          <a:bodyPr lIns="0" rIns="0"/>
          <a:lstStyle>
            <a:lvl1pPr>
              <a:defRPr>
                <a:solidFill>
                  <a:srgbClr val="007DB8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content page title</a:t>
            </a:r>
          </a:p>
        </p:txBody>
      </p:sp>
    </p:spTree>
    <p:extLst>
      <p:ext uri="{BB962C8B-B14F-4D97-AF65-F5344CB8AC3E}">
        <p14:creationId xmlns:p14="http://schemas.microsoft.com/office/powerpoint/2010/main" val="3480152027"/>
      </p:ext>
    </p:extLst>
  </p:cSld>
  <p:clrMapOvr>
    <a:masterClrMapping/>
  </p:clrMapOvr>
  <p:transition spd="med"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7504419"/>
      </p:ext>
    </p:extLst>
  </p:cSld>
  <p:clrMapOvr>
    <a:masterClrMapping/>
  </p:clrMapOvr>
  <p:transition spd="med"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_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56780" cy="5150688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274320" y="1748271"/>
            <a:ext cx="6850901" cy="1495794"/>
          </a:xfrm>
          <a:prstGeom prst="rect">
            <a:avLst/>
          </a:prstGeom>
        </p:spPr>
        <p:txBody>
          <a:bodyPr lIns="0" rIns="0" anchor="ctr" anchorCtr="0">
            <a:normAutofit/>
          </a:bodyPr>
          <a:lstStyle>
            <a:lvl1pPr>
              <a:defRPr sz="5400" baseline="0">
                <a:solidFill>
                  <a:schemeClr val="tx2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divider slide title  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0368" y="4838501"/>
            <a:ext cx="675925" cy="12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98301"/>
      </p:ext>
    </p:extLst>
  </p:cSld>
  <p:clrMapOvr>
    <a:masterClrMapping/>
  </p:clrMapOvr>
  <p:transition spd="med"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_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9156778" cy="5150688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274320" y="1748271"/>
            <a:ext cx="6850901" cy="1495794"/>
          </a:xfrm>
          <a:prstGeom prst="rect">
            <a:avLst/>
          </a:prstGeom>
        </p:spPr>
        <p:txBody>
          <a:bodyPr lIns="0" rIns="0" anchor="ctr" anchorCtr="0">
            <a:normAutofit/>
          </a:bodyPr>
          <a:lstStyle>
            <a:lvl1pPr>
              <a:defRPr sz="5400" baseline="0">
                <a:solidFill>
                  <a:schemeClr val="tx2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divider slide title 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0368" y="4838501"/>
            <a:ext cx="675925" cy="12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083454"/>
      </p:ext>
    </p:extLst>
  </p:cSld>
  <p:clrMapOvr>
    <a:masterClrMapping/>
  </p:clrMapOvr>
  <p:transition spd="med"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_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9156778" cy="5150688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274320" y="1748271"/>
            <a:ext cx="6850901" cy="1495794"/>
          </a:xfrm>
          <a:prstGeom prst="rect">
            <a:avLst/>
          </a:prstGeom>
        </p:spPr>
        <p:txBody>
          <a:bodyPr lIns="0" rIns="0" anchor="ctr" anchorCtr="0">
            <a:normAutofit/>
          </a:bodyPr>
          <a:lstStyle>
            <a:lvl1pPr>
              <a:defRPr sz="5400" baseline="0">
                <a:solidFill>
                  <a:schemeClr val="tx2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divider slide title  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0368" y="4838501"/>
            <a:ext cx="675925" cy="12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79296"/>
      </p:ext>
    </p:extLst>
  </p:cSld>
  <p:clrMapOvr>
    <a:masterClrMapping/>
  </p:clrMapOvr>
  <p:transition spd="med"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_Blac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74320" y="1748271"/>
            <a:ext cx="6850901" cy="1495794"/>
          </a:xfrm>
          <a:prstGeom prst="rect">
            <a:avLst/>
          </a:prstGeom>
        </p:spPr>
        <p:txBody>
          <a:bodyPr lIns="0" rIns="0" anchor="ctr" anchorCtr="0">
            <a:normAutofit/>
          </a:bodyPr>
          <a:lstStyle>
            <a:lvl1pPr>
              <a:defRPr sz="5400" baseline="0">
                <a:solidFill>
                  <a:schemeClr val="tx2"/>
                </a:solidFill>
                <a:ea typeface="Arial"/>
              </a:defRPr>
            </a:lvl1pPr>
          </a:lstStyle>
          <a:p>
            <a:r>
              <a:rPr lang="en-US"/>
              <a:t>Click to edit divider slide title 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0368" y="4838501"/>
            <a:ext cx="675925" cy="12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936941"/>
      </p:ext>
    </p:extLst>
  </p:cSld>
  <p:clrMapOvr>
    <a:masterClrMapping/>
  </p:clrMapOvr>
  <p:transition spd="med">
    <p:wipe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_Carb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74320" y="1748271"/>
            <a:ext cx="6850901" cy="1495794"/>
          </a:xfrm>
          <a:prstGeom prst="rect">
            <a:avLst/>
          </a:prstGeom>
        </p:spPr>
        <p:txBody>
          <a:bodyPr lIns="0" rIns="0" anchor="ctr" anchorCtr="0">
            <a:normAutofit/>
          </a:bodyPr>
          <a:lstStyle>
            <a:lvl1pPr>
              <a:defRPr sz="5400" baseline="0">
                <a:solidFill>
                  <a:schemeClr val="tx2"/>
                </a:solidFill>
                <a:ea typeface="Arial"/>
              </a:defRPr>
            </a:lvl1pPr>
          </a:lstStyle>
          <a:p>
            <a:r>
              <a:rPr lang="en-US"/>
              <a:t>Click to edit divider slide title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0368" y="4838501"/>
            <a:ext cx="675925" cy="12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675578"/>
      </p:ext>
    </p:extLst>
  </p:cSld>
  <p:clrMapOvr>
    <a:masterClrMapping/>
  </p:clrMapOvr>
  <p:transition spd="med"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_Granite">
    <p:bg>
      <p:bgPr>
        <a:solidFill>
          <a:srgbClr val="808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74320" y="1748271"/>
            <a:ext cx="6850901" cy="1495794"/>
          </a:xfrm>
          <a:prstGeom prst="rect">
            <a:avLst/>
          </a:prstGeom>
        </p:spPr>
        <p:txBody>
          <a:bodyPr lIns="0" rIns="0" anchor="ctr" anchorCtr="0">
            <a:normAutofit/>
          </a:bodyPr>
          <a:lstStyle>
            <a:lvl1pPr>
              <a:defRPr sz="5400" baseline="0">
                <a:solidFill>
                  <a:schemeClr val="tx2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divider slide title  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0368" y="4838501"/>
            <a:ext cx="675925" cy="12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252019"/>
      </p:ext>
    </p:extLst>
  </p:cSld>
  <p:clrMapOvr>
    <a:masterClrMapping/>
  </p:clrMapOvr>
  <p:transition spd="med">
    <p:wipe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 slide_Blac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9161" y="2257138"/>
            <a:ext cx="3046048" cy="5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040191"/>
      </p:ext>
    </p:extLst>
  </p:cSld>
  <p:clrMapOvr>
    <a:masterClrMapping/>
  </p:clrMapOvr>
  <p:transition spd="med">
    <p:wipe dir="r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 slide Carb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9161" y="2257138"/>
            <a:ext cx="3046048" cy="5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552161"/>
      </p:ext>
    </p:extLst>
  </p:cSld>
  <p:clrMapOvr>
    <a:masterClrMapping/>
  </p:clrMapOvr>
  <p:transition spd="med">
    <p:wipe dir="r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 slide Granite">
    <p:bg>
      <p:bgPr>
        <a:solidFill>
          <a:srgbClr val="808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9161" y="2257138"/>
            <a:ext cx="3046048" cy="5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358696"/>
      </p:ext>
    </p:extLst>
  </p:cSld>
  <p:clrMapOvr>
    <a:masterClrMapping/>
  </p:clrMapOvr>
  <p:transition spd="med">
    <p:wipe dir="r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782D4-76B3-444A-8D43-79959567E1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352145-2C93-4CE0-AA7B-8E0EC11D4A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072CE0-4551-406E-A29D-0E69F4483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2F1F4-41E9-4F41-90F2-D46808B9E8DE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08F8DC-55A4-40A2-8C38-1CB63C736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76F60-3D85-4A7F-A751-ACF0B0066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FFBAA-3523-4782-822F-DCC4E77E7E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55485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EDF3E-6F0C-498A-ADE0-D8154C82A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E4D92-C346-47D9-83C6-A26D2EC40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C555BA-6E33-4F2C-94F8-AA5FB0BA7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2F1F4-41E9-4F41-90F2-D46808B9E8DE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0BE64-1EE8-44FB-AA01-48E13AD18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870FD-01FF-4A24-AE3A-A183413A0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FFBAA-3523-4782-822F-DCC4E77E7E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3576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4C920-AB16-4AA0-B245-020324A00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99C2C7-0DAF-4B76-A0E3-3C579D7E3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F349D8-D6F7-4645-B765-8AF58760E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2F1F4-41E9-4F41-90F2-D46808B9E8DE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39DB79-3F39-4739-AB33-83BE8AB56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51718-99CB-4095-A01F-AD4D7EF96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FFBAA-3523-4782-822F-DCC4E77E7E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6618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EBC7A-04F7-4591-AAB0-E346D8B8D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34CA9-7A22-455B-8BDA-1FE23B04EB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13C60D-6666-4952-B54D-7E98C9D5FC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B5C5BF-B14B-49A9-BA91-7320FAFCD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2F1F4-41E9-4F41-90F2-D46808B9E8DE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E2755B-2FA8-48FB-8F48-E2DC2FB72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B9A145-791A-4DE9-AA17-1C1E589B4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FFBAA-3523-4782-822F-DCC4E77E7E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618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AB927-FB1E-4C93-92A9-AEDCE216D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3BFB5C-8010-4B53-A6D6-C57C35A64F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33F8ED-29A0-4F5A-97A6-1425AF0CF7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F6C084-F6CA-4E4C-BF02-C2635053ED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8104B7-536A-47D2-BA63-EBACD251F9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FB5056-BDD1-4A1D-B010-BEF28C50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2F1F4-41E9-4F41-90F2-D46808B9E8DE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63A904-6EF9-4105-AF2A-4B330867B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AD397A-1DEB-4AA3-AF3C-2D5B586D3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FFBAA-3523-4782-822F-DCC4E77E7E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7543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AF7FE-3EC2-4803-B745-942D2D180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9AF4AA-C082-4BB5-9C26-217D67DC8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2F1F4-41E9-4F41-90F2-D46808B9E8DE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87AE1E-00C7-4A31-A8FA-CD54299AA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6BCAED-EE56-41F2-9A4E-BE7334A68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FFBAA-3523-4782-822F-DCC4E77E7E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01773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FC2953-19F8-4C21-BB86-620F8EBD3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2F1F4-41E9-4F41-90F2-D46808B9E8DE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6E9FC6-6C78-48B4-A652-9E5E1DCAF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A6A78-EAC1-4145-A4BE-A2C30FF96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FFBAA-3523-4782-822F-DCC4E77E7E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5791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BF570-BF76-4931-A303-DF70ED26A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55136-60EF-46B4-9AEE-38D5683B6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972123-4278-4CB2-A297-4B1C17DA0C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C4EFE7-9D6D-43D9-ADD7-979A8F4D3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2F1F4-41E9-4F41-90F2-D46808B9E8DE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FD91F-EFC4-4C07-8BCD-2C6276F44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E0280C-261D-4951-9EB5-23D8E57BE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FFBAA-3523-4782-822F-DCC4E77E7E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18239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B13BF-439E-4A0B-8B11-AC0D483A1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E30812-CB26-494E-8EA2-3A04A486A9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DA1DF1-20F9-477C-94C3-0763147216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982802-7A67-4C8A-AC3A-EB0F04329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2F1F4-41E9-4F41-90F2-D46808B9E8DE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7212A3-2BE9-49C6-9434-A39462C28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765E9-3301-40BC-B42D-BC5546845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FFBAA-3523-4782-822F-DCC4E77E7E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74949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6A86F-6F91-402C-A920-DD8C67589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E1C373-BFBB-4B62-BB53-0C5BDED0EB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9DDAA-3A2A-4AD9-9C20-4EE8AA610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2F1F4-41E9-4F41-90F2-D46808B9E8DE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D470D-F6E7-476F-992D-AD9F2D0E2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C5514-DA26-40FE-9E12-42472DE0C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FFBAA-3523-4782-822F-DCC4E77E7E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0971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B78689-8D59-426D-B2AB-A9D4DA87D3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BE02BB-7392-487A-9BCB-955BE0A0C7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F4FF13-600E-4380-861E-C4FC0B249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2F1F4-41E9-4F41-90F2-D46808B9E8DE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DA6A2-07E3-4588-9EB8-8F3D3508C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BA345-2460-4B95-A766-A046FDF55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FFBAA-3523-4782-822F-DCC4E77E7E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35883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750" y="414337"/>
            <a:ext cx="7486650" cy="1495794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l">
              <a:defRPr sz="54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750" y="2057400"/>
            <a:ext cx="7486650" cy="124182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8751" y="4373774"/>
            <a:ext cx="2706624" cy="351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200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2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_bod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319" y="271886"/>
            <a:ext cx="7955280" cy="640080"/>
          </a:xfrm>
          <a:prstGeom prst="rect">
            <a:avLst/>
          </a:prstGeom>
        </p:spPr>
        <p:txBody>
          <a:bodyPr lIns="0" rIns="0"/>
          <a:lstStyle>
            <a:lvl1pPr>
              <a:defRPr baseline="0">
                <a:solidFill>
                  <a:srgbClr val="007DB8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content page title</a:t>
            </a:r>
          </a:p>
        </p:txBody>
      </p:sp>
      <p:sp>
        <p:nvSpPr>
          <p:cNvPr id="4" name="Content Placeholder 4"/>
          <p:cNvSpPr>
            <a:spLocks noGrp="1"/>
          </p:cNvSpPr>
          <p:nvPr>
            <p:ph sz="quarter" idx="10"/>
          </p:nvPr>
        </p:nvSpPr>
        <p:spPr>
          <a:xfrm>
            <a:off x="271463" y="1277938"/>
            <a:ext cx="7958137" cy="3192461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808080"/>
              </a:buClr>
              <a:buNone/>
              <a:defRPr>
                <a:latin typeface="+mn-lt"/>
                <a:ea typeface="Arial"/>
              </a:defRPr>
            </a:lvl1pPr>
            <a:lvl2pPr marL="341312" indent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buNone/>
              <a:defRPr>
                <a:latin typeface="+mn-lt"/>
                <a:ea typeface="Arial"/>
              </a:defRPr>
            </a:lvl2pPr>
            <a:lvl3pPr marL="688975" indent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buNone/>
              <a:defRPr>
                <a:latin typeface="+mn-lt"/>
                <a:ea typeface="Arial"/>
              </a:defRPr>
            </a:lvl3pPr>
            <a:lvl4pPr marL="1258888" indent="-230188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</a:defRPr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 sz="10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46717705"/>
      </p:ext>
    </p:extLst>
  </p:cSld>
  <p:clrMapOvr>
    <a:masterClrMapping/>
  </p:clrMapOvr>
  <p:transition spd="med">
    <p:wipe dir="r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vider_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56780" cy="5150688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274320" y="1748271"/>
            <a:ext cx="6850901" cy="1495794"/>
          </a:xfrm>
          <a:prstGeom prst="rect">
            <a:avLst/>
          </a:prstGeom>
        </p:spPr>
        <p:txBody>
          <a:bodyPr lIns="0" rIns="0" anchor="ctr" anchorCtr="0">
            <a:normAutofit/>
          </a:bodyPr>
          <a:lstStyle>
            <a:lvl1pPr>
              <a:defRPr sz="5400" baseline="0">
                <a:solidFill>
                  <a:schemeClr val="tx2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divider slide title  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0368" y="4838501"/>
            <a:ext cx="675925" cy="12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983596"/>
      </p:ext>
    </p:extLst>
  </p:cSld>
  <p:clrMapOvr>
    <a:masterClrMapping/>
  </p:clrMapOvr>
  <p:transition spd="med">
    <p:wipe dir="r"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slide_Blac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6" name="Title Placeholder 21"/>
          <p:cNvSpPr>
            <a:spLocks noGrp="1"/>
          </p:cNvSpPr>
          <p:nvPr>
            <p:ph type="ctrTitle" hasCustomPrompt="1"/>
          </p:nvPr>
        </p:nvSpPr>
        <p:spPr>
          <a:xfrm>
            <a:off x="274320" y="289291"/>
            <a:ext cx="5200791" cy="1661993"/>
          </a:xfrm>
          <a:prstGeom prst="rect">
            <a:avLst/>
          </a:prstGeom>
        </p:spPr>
        <p:txBody>
          <a:bodyPr wrap="square" lIns="0" rIns="0" anchor="b" anchorCtr="0">
            <a:norm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5400" b="0" i="0" smtClean="0">
                <a:solidFill>
                  <a:schemeClr val="tx2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</a:t>
            </a:r>
            <a:br>
              <a:rPr lang="en-US"/>
            </a:br>
            <a:r>
              <a:rPr lang="en-US"/>
              <a:t>title slide</a:t>
            </a:r>
          </a:p>
        </p:txBody>
      </p:sp>
      <p:sp>
        <p:nvSpPr>
          <p:cNvPr id="361477" name="Text Placeholder 12"/>
          <p:cNvSpPr>
            <a:spLocks noGrp="1"/>
          </p:cNvSpPr>
          <p:nvPr>
            <p:ph type="subTitle" idx="1" hasCustomPrompt="1"/>
          </p:nvPr>
        </p:nvSpPr>
        <p:spPr>
          <a:xfrm>
            <a:off x="274320" y="2252133"/>
            <a:ext cx="5200791" cy="30777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buFont typeface="Wingdings" pitchFamily="2" charset="2"/>
              <a:buNone/>
              <a:defRPr sz="2000" b="1" i="0" smtClean="0">
                <a:solidFill>
                  <a:schemeClr val="tx2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0133" y="4374069"/>
            <a:ext cx="1630654" cy="2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450645"/>
      </p:ext>
    </p:extLst>
  </p:cSld>
  <p:clrMapOvr>
    <a:masterClrMapping/>
  </p:clrMapOvr>
  <p:transition spd="med">
    <p:wipe dir="r"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Logo slide_Blac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9161" y="2257138"/>
            <a:ext cx="3046048" cy="5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940571"/>
      </p:ext>
    </p:extLst>
  </p:cSld>
  <p:clrMapOvr>
    <a:masterClrMapping/>
  </p:clrMapOvr>
  <p:transition spd="med">
    <p:wipe dir="r"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_Bulleted bod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319" y="271886"/>
            <a:ext cx="7955280" cy="640080"/>
          </a:xfrm>
          <a:prstGeom prst="rect">
            <a:avLst/>
          </a:prstGeom>
        </p:spPr>
        <p:txBody>
          <a:bodyPr lIns="0" rIns="0"/>
          <a:lstStyle>
            <a:lvl1pPr>
              <a:defRPr baseline="0">
                <a:solidFill>
                  <a:srgbClr val="007DB8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content page title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271463" y="1277938"/>
            <a:ext cx="7958137" cy="3192461"/>
          </a:xfrm>
          <a:prstGeom prst="rect">
            <a:avLst/>
          </a:prstGeom>
        </p:spPr>
        <p:txBody>
          <a:bodyPr vert="horz"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  <a:ea typeface="Arial"/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  <a:ea typeface="Arial"/>
              </a:defRPr>
            </a:lvl2pPr>
            <a:lvl3pPr marL="858838" indent="-169863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  <a:ea typeface="Arial"/>
              </a:defRPr>
            </a:lvl3pPr>
            <a:lvl4pPr marL="1258888" indent="-230188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</a:defRPr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 sz="10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17494636"/>
      </p:ext>
    </p:extLst>
  </p:cSld>
  <p:clrMapOvr>
    <a:masterClrMapping/>
  </p:clrMapOvr>
  <p:transition spd="med">
    <p:wipe dir="r"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60846" cy="5152976"/>
          </a:xfrm>
          <a:prstGeom prst="rect">
            <a:avLst/>
          </a:prstGeom>
        </p:spPr>
      </p:pic>
      <p:sp>
        <p:nvSpPr>
          <p:cNvPr id="9" name="Title Placeholder 21"/>
          <p:cNvSpPr>
            <a:spLocks noGrp="1"/>
          </p:cNvSpPr>
          <p:nvPr>
            <p:ph type="ctrTitle" hasCustomPrompt="1"/>
          </p:nvPr>
        </p:nvSpPr>
        <p:spPr>
          <a:xfrm>
            <a:off x="274319" y="290332"/>
            <a:ext cx="5200791" cy="1661993"/>
          </a:xfrm>
          <a:prstGeom prst="rect">
            <a:avLst/>
          </a:prstGeom>
        </p:spPr>
        <p:txBody>
          <a:bodyPr wrap="square" lIns="0" rIns="0" anchor="b" anchorCtr="0">
            <a:norm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5400" b="0" i="0" smtClean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</a:t>
            </a:r>
            <a:br>
              <a:rPr lang="en-US"/>
            </a:br>
            <a:r>
              <a:rPr lang="en-US"/>
              <a:t>title slide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subTitle" idx="1" hasCustomPrompt="1"/>
          </p:nvPr>
        </p:nvSpPr>
        <p:spPr>
          <a:xfrm>
            <a:off x="274320" y="2252133"/>
            <a:ext cx="5200791" cy="30777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buFont typeface="Wingdings" pitchFamily="2" charset="2"/>
              <a:buNone/>
              <a:defRPr sz="2000" b="1" i="0" smtClean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0133" y="4374069"/>
            <a:ext cx="1630654" cy="290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85507092"/>
      </p:ext>
    </p:extLst>
  </p:cSld>
  <p:clrMapOvr>
    <a:masterClrMapping/>
  </p:clrMapOvr>
  <p:transition spd="med">
    <p:wipe dir="r"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60844" cy="5152975"/>
          </a:xfrm>
          <a:prstGeom prst="rect">
            <a:avLst/>
          </a:prstGeom>
        </p:spPr>
      </p:pic>
      <p:sp>
        <p:nvSpPr>
          <p:cNvPr id="9" name="Title Placeholder 21"/>
          <p:cNvSpPr>
            <a:spLocks noGrp="1"/>
          </p:cNvSpPr>
          <p:nvPr>
            <p:ph type="ctrTitle" hasCustomPrompt="1"/>
          </p:nvPr>
        </p:nvSpPr>
        <p:spPr>
          <a:xfrm>
            <a:off x="274320" y="289726"/>
            <a:ext cx="5200791" cy="1661993"/>
          </a:xfrm>
          <a:prstGeom prst="rect">
            <a:avLst/>
          </a:prstGeom>
        </p:spPr>
        <p:txBody>
          <a:bodyPr wrap="square" lIns="0" rIns="0" anchor="b" anchorCtr="0">
            <a:normAutofit/>
          </a:bodyPr>
          <a:lstStyle>
            <a:lvl1pPr>
              <a:defRPr lang="en-US" sz="5400" i="0" dirty="0" smtClean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>
              <a:lnSpc>
                <a:spcPct val="100000"/>
              </a:lnSpc>
              <a:spcAft>
                <a:spcPts val="0"/>
              </a:spcAft>
            </a:pPr>
            <a:r>
              <a:rPr lang="en-US"/>
              <a:t>Click to edit</a:t>
            </a:r>
            <a:br>
              <a:rPr lang="en-US"/>
            </a:br>
            <a:r>
              <a:rPr lang="en-US"/>
              <a:t>title slide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subTitle" idx="1" hasCustomPrompt="1"/>
          </p:nvPr>
        </p:nvSpPr>
        <p:spPr>
          <a:xfrm>
            <a:off x="274320" y="2252133"/>
            <a:ext cx="5200791" cy="30777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buFont typeface="Wingdings" pitchFamily="2" charset="2"/>
              <a:buNone/>
              <a:defRPr sz="2000" b="1" i="0" smtClean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0133" y="4374069"/>
            <a:ext cx="1630654" cy="290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58885527"/>
      </p:ext>
    </p:extLst>
  </p:cSld>
  <p:clrMapOvr>
    <a:masterClrMapping/>
  </p:clrMapOvr>
  <p:transition spd="med">
    <p:wipe dir="r"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60844" cy="5152975"/>
          </a:xfrm>
          <a:prstGeom prst="rect">
            <a:avLst/>
          </a:prstGeom>
        </p:spPr>
      </p:pic>
      <p:sp>
        <p:nvSpPr>
          <p:cNvPr id="9" name="Title Placeholder 21"/>
          <p:cNvSpPr>
            <a:spLocks noGrp="1"/>
          </p:cNvSpPr>
          <p:nvPr>
            <p:ph type="ctrTitle" hasCustomPrompt="1"/>
          </p:nvPr>
        </p:nvSpPr>
        <p:spPr>
          <a:xfrm>
            <a:off x="274319" y="288114"/>
            <a:ext cx="5200791" cy="1661993"/>
          </a:xfrm>
          <a:prstGeom prst="rect">
            <a:avLst/>
          </a:prstGeom>
        </p:spPr>
        <p:txBody>
          <a:bodyPr wrap="square" lIns="0" rIns="0" anchor="b" anchorCtr="0">
            <a:norm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5400" b="0" i="0" smtClean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</a:t>
            </a:r>
            <a:br>
              <a:rPr lang="en-US"/>
            </a:br>
            <a:r>
              <a:rPr lang="en-US"/>
              <a:t>title slide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subTitle" idx="1" hasCustomPrompt="1"/>
          </p:nvPr>
        </p:nvSpPr>
        <p:spPr>
          <a:xfrm>
            <a:off x="274320" y="2252133"/>
            <a:ext cx="5200791" cy="30777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buFont typeface="Wingdings" pitchFamily="2" charset="2"/>
              <a:buNone/>
              <a:defRPr sz="2000" b="1" i="0" smtClean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0133" y="4374069"/>
            <a:ext cx="1630654" cy="290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40162028"/>
      </p:ext>
    </p:extLst>
  </p:cSld>
  <p:clrMapOvr>
    <a:masterClrMapping/>
  </p:clrMapOvr>
  <p:transition spd="med">
    <p:wipe dir="r"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_Blac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6" name="Title Placeholder 21"/>
          <p:cNvSpPr>
            <a:spLocks noGrp="1"/>
          </p:cNvSpPr>
          <p:nvPr>
            <p:ph type="ctrTitle" hasCustomPrompt="1"/>
          </p:nvPr>
        </p:nvSpPr>
        <p:spPr>
          <a:xfrm>
            <a:off x="274320" y="289291"/>
            <a:ext cx="5200791" cy="1661993"/>
          </a:xfrm>
          <a:prstGeom prst="rect">
            <a:avLst/>
          </a:prstGeom>
        </p:spPr>
        <p:txBody>
          <a:bodyPr wrap="square" lIns="0" rIns="0" anchor="b" anchorCtr="0">
            <a:norm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5400" b="0" i="0" smtClean="0">
                <a:solidFill>
                  <a:schemeClr val="tx2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</a:t>
            </a:r>
            <a:br>
              <a:rPr lang="en-US"/>
            </a:br>
            <a:r>
              <a:rPr lang="en-US"/>
              <a:t>title slide</a:t>
            </a:r>
          </a:p>
        </p:txBody>
      </p:sp>
      <p:sp>
        <p:nvSpPr>
          <p:cNvPr id="361477" name="Text Placeholder 12"/>
          <p:cNvSpPr>
            <a:spLocks noGrp="1"/>
          </p:cNvSpPr>
          <p:nvPr>
            <p:ph type="subTitle" idx="1" hasCustomPrompt="1"/>
          </p:nvPr>
        </p:nvSpPr>
        <p:spPr>
          <a:xfrm>
            <a:off x="274320" y="2252133"/>
            <a:ext cx="5200791" cy="30777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buFont typeface="Wingdings" pitchFamily="2" charset="2"/>
              <a:buNone/>
              <a:defRPr sz="2000" b="1" i="0" smtClean="0">
                <a:solidFill>
                  <a:schemeClr val="tx2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0133" y="4374069"/>
            <a:ext cx="1630654" cy="290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47203997"/>
      </p:ext>
    </p:extLst>
  </p:cSld>
  <p:clrMapOvr>
    <a:masterClrMapping/>
  </p:clrMapOvr>
  <p:transition spd="med">
    <p:wipe dir="r"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_Carb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6" name="Title Placeholder 21"/>
          <p:cNvSpPr>
            <a:spLocks noGrp="1"/>
          </p:cNvSpPr>
          <p:nvPr>
            <p:ph type="ctrTitle" hasCustomPrompt="1"/>
          </p:nvPr>
        </p:nvSpPr>
        <p:spPr>
          <a:xfrm>
            <a:off x="274320" y="294162"/>
            <a:ext cx="5200791" cy="1661993"/>
          </a:xfrm>
          <a:prstGeom prst="rect">
            <a:avLst/>
          </a:prstGeom>
        </p:spPr>
        <p:txBody>
          <a:bodyPr wrap="square" lIns="0" rIns="0" anchor="b" anchorCtr="0">
            <a:norm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5400" b="0" i="0" smtClean="0">
                <a:solidFill>
                  <a:schemeClr val="tx2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</a:t>
            </a:r>
            <a:br>
              <a:rPr lang="en-US"/>
            </a:br>
            <a:r>
              <a:rPr lang="en-US"/>
              <a:t>title slide</a:t>
            </a:r>
          </a:p>
        </p:txBody>
      </p:sp>
      <p:sp>
        <p:nvSpPr>
          <p:cNvPr id="361477" name="Text Placeholder 12"/>
          <p:cNvSpPr>
            <a:spLocks noGrp="1"/>
          </p:cNvSpPr>
          <p:nvPr>
            <p:ph type="subTitle" idx="1" hasCustomPrompt="1"/>
          </p:nvPr>
        </p:nvSpPr>
        <p:spPr>
          <a:xfrm>
            <a:off x="274320" y="2252133"/>
            <a:ext cx="5200791" cy="30777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buFont typeface="Wingdings" pitchFamily="2" charset="2"/>
              <a:buNone/>
              <a:defRPr sz="2000" b="1" i="0" smtClean="0">
                <a:solidFill>
                  <a:schemeClr val="tx2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0133" y="4374069"/>
            <a:ext cx="1630654" cy="290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55463578"/>
      </p:ext>
    </p:extLst>
  </p:cSld>
  <p:clrMapOvr>
    <a:masterClrMapping/>
  </p:clrMapOvr>
  <p:transition spd="med">
    <p:wipe dir="r"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_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6" name="Title Placeholder 21"/>
          <p:cNvSpPr>
            <a:spLocks noGrp="1"/>
          </p:cNvSpPr>
          <p:nvPr>
            <p:ph type="ctrTitle" hasCustomPrompt="1"/>
          </p:nvPr>
        </p:nvSpPr>
        <p:spPr>
          <a:xfrm>
            <a:off x="274320" y="294162"/>
            <a:ext cx="5200791" cy="1661993"/>
          </a:xfrm>
          <a:prstGeom prst="rect">
            <a:avLst/>
          </a:prstGeom>
        </p:spPr>
        <p:txBody>
          <a:bodyPr wrap="square" lIns="0" rIns="0" anchor="b" anchorCtr="0">
            <a:norm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5400" b="0" i="0" smtClean="0">
                <a:solidFill>
                  <a:schemeClr val="tx2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</a:t>
            </a:r>
            <a:br>
              <a:rPr lang="en-US"/>
            </a:br>
            <a:r>
              <a:rPr lang="en-US"/>
              <a:t>title slide</a:t>
            </a:r>
          </a:p>
        </p:txBody>
      </p:sp>
      <p:sp>
        <p:nvSpPr>
          <p:cNvPr id="361477" name="Text Placeholder 12"/>
          <p:cNvSpPr>
            <a:spLocks noGrp="1"/>
          </p:cNvSpPr>
          <p:nvPr>
            <p:ph type="subTitle" idx="1" hasCustomPrompt="1"/>
          </p:nvPr>
        </p:nvSpPr>
        <p:spPr>
          <a:xfrm>
            <a:off x="274320" y="2252133"/>
            <a:ext cx="5200791" cy="30777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buFont typeface="Wingdings" pitchFamily="2" charset="2"/>
              <a:buNone/>
              <a:defRPr sz="2000" b="1" i="0" smtClean="0">
                <a:solidFill>
                  <a:schemeClr val="tx2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0133" y="4374069"/>
            <a:ext cx="1630654" cy="290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70405560"/>
      </p:ext>
    </p:extLst>
  </p:cSld>
  <p:clrMapOvr>
    <a:masterClrMapping/>
  </p:clrMapOvr>
  <p:transition spd="med">
    <p:wipe dir="r"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_bod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319" y="271886"/>
            <a:ext cx="7955280" cy="640080"/>
          </a:xfrm>
          <a:prstGeom prst="rect">
            <a:avLst/>
          </a:prstGeom>
        </p:spPr>
        <p:txBody>
          <a:bodyPr lIns="0" rIns="0"/>
          <a:lstStyle>
            <a:lvl1pPr>
              <a:defRPr baseline="0">
                <a:solidFill>
                  <a:srgbClr val="007DB8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content page title</a:t>
            </a:r>
          </a:p>
        </p:txBody>
      </p:sp>
      <p:sp>
        <p:nvSpPr>
          <p:cNvPr id="4" name="Content Placeholder 4"/>
          <p:cNvSpPr>
            <a:spLocks noGrp="1"/>
          </p:cNvSpPr>
          <p:nvPr>
            <p:ph sz="quarter" idx="10"/>
          </p:nvPr>
        </p:nvSpPr>
        <p:spPr>
          <a:xfrm>
            <a:off x="271463" y="1277938"/>
            <a:ext cx="7958137" cy="3192461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808080"/>
              </a:buClr>
              <a:buNone/>
              <a:defRPr>
                <a:latin typeface="+mn-lt"/>
                <a:ea typeface="Arial"/>
              </a:defRPr>
            </a:lvl1pPr>
            <a:lvl2pPr marL="341312" indent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buNone/>
              <a:defRPr>
                <a:latin typeface="+mn-lt"/>
                <a:ea typeface="Arial"/>
              </a:defRPr>
            </a:lvl2pPr>
            <a:lvl3pPr marL="688975" indent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buNone/>
              <a:defRPr>
                <a:latin typeface="+mn-lt"/>
                <a:ea typeface="Arial"/>
              </a:defRPr>
            </a:lvl3pPr>
            <a:lvl4pPr marL="1258888" indent="-230188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</a:defRPr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 sz="1000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68032033"/>
      </p:ext>
    </p:extLst>
  </p:cSld>
  <p:clrMapOvr>
    <a:masterClrMapping/>
  </p:clrMapOvr>
  <p:transition spd="med">
    <p:wipe dir="r"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_Bulleted bod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319" y="271886"/>
            <a:ext cx="7955280" cy="640080"/>
          </a:xfrm>
          <a:prstGeom prst="rect">
            <a:avLst/>
          </a:prstGeom>
        </p:spPr>
        <p:txBody>
          <a:bodyPr lIns="0" rIns="0"/>
          <a:lstStyle>
            <a:lvl1pPr>
              <a:defRPr baseline="0">
                <a:solidFill>
                  <a:srgbClr val="007DB8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content page title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271463" y="1277938"/>
            <a:ext cx="7958137" cy="3192461"/>
          </a:xfrm>
          <a:prstGeom prst="rect">
            <a:avLst/>
          </a:prstGeom>
        </p:spPr>
        <p:txBody>
          <a:bodyPr vert="horz"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  <a:ea typeface="Arial"/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  <a:ea typeface="Arial"/>
              </a:defRPr>
            </a:lvl2pPr>
            <a:lvl3pPr marL="858838" indent="-169863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  <a:ea typeface="Arial"/>
              </a:defRPr>
            </a:lvl3pPr>
            <a:lvl4pPr marL="1258888" indent="-230188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</a:defRPr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 sz="1000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81171641"/>
      </p:ext>
    </p:extLst>
  </p:cSld>
  <p:clrMapOvr>
    <a:masterClrMapping/>
  </p:clrMapOvr>
  <p:transition spd="med">
    <p:wipe dir="r"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319" y="271885"/>
            <a:ext cx="7955280" cy="640080"/>
          </a:xfrm>
          <a:prstGeom prst="rect">
            <a:avLst/>
          </a:prstGeom>
        </p:spPr>
        <p:txBody>
          <a:bodyPr lIns="0" rIns="0">
            <a:normAutofit/>
          </a:bodyPr>
          <a:lstStyle>
            <a:lvl1pPr>
              <a:defRPr baseline="0">
                <a:solidFill>
                  <a:srgbClr val="007DB8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content page title </a:t>
            </a:r>
          </a:p>
        </p:txBody>
      </p:sp>
      <p:sp>
        <p:nvSpPr>
          <p:cNvPr id="5" name="Text Placeholder 12"/>
          <p:cNvSpPr>
            <a:spLocks noGrp="1"/>
          </p:cNvSpPr>
          <p:nvPr>
            <p:ph type="subTitle" idx="11" hasCustomPrompt="1"/>
          </p:nvPr>
        </p:nvSpPr>
        <p:spPr>
          <a:xfrm>
            <a:off x="266700" y="1057766"/>
            <a:ext cx="7960422" cy="313267"/>
          </a:xfrm>
          <a:prstGeom prst="rect">
            <a:avLst/>
          </a:prstGeom>
        </p:spPr>
        <p:txBody>
          <a:bodyPr lIns="0" rIns="0" anchor="t" anchorCtr="0"/>
          <a:lstStyle>
            <a:lvl1pPr marL="228600" indent="-228600">
              <a:buNone/>
              <a:defRPr lang="en-US" b="1" dirty="0" smtClean="0">
                <a:latin typeface="Arial" panose="020B0604020202020204" pitchFamily="34" charset="0"/>
                <a:ea typeface="Arial"/>
                <a:cs typeface="Arial" panose="020B0604020202020204" pitchFamily="34" charset="0"/>
              </a:defRPr>
            </a:lvl1pPr>
          </a:lstStyle>
          <a:p>
            <a:pPr marL="0" lvl="0" indent="0"/>
            <a:r>
              <a:rPr lang="en-US"/>
              <a:t>Click to edit master subtitle style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sz="quarter" idx="10"/>
          </p:nvPr>
        </p:nvSpPr>
        <p:spPr>
          <a:xfrm>
            <a:off x="271463" y="1541463"/>
            <a:ext cx="7958137" cy="2928937"/>
          </a:xfrm>
          <a:prstGeom prst="rect">
            <a:avLst/>
          </a:prstGeom>
        </p:spPr>
        <p:txBody>
          <a:bodyPr vert="horz"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  <a:ea typeface="Arial"/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  <a:ea typeface="Arial"/>
              </a:defRPr>
            </a:lvl2pPr>
            <a:lvl3pPr marL="858838" indent="-169863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  <a:ea typeface="Arial"/>
              </a:defRPr>
            </a:lvl3pPr>
            <a:lvl4pPr marL="1258888" indent="-230188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</a:defRPr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 sz="1000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37774282"/>
      </p:ext>
    </p:extLst>
  </p:cSld>
  <p:clrMapOvr>
    <a:masterClrMapping/>
  </p:clrMapOvr>
  <p:transition spd="med">
    <p:wipe dir="r"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wo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319" y="271886"/>
            <a:ext cx="7955280" cy="640080"/>
          </a:xfrm>
          <a:prstGeom prst="rect">
            <a:avLst/>
          </a:prstGeom>
        </p:spPr>
        <p:txBody>
          <a:bodyPr lIns="0" rIns="0"/>
          <a:lstStyle>
            <a:lvl1pPr>
              <a:defRPr>
                <a:solidFill>
                  <a:srgbClr val="007DB8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content page title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271463" y="1277938"/>
            <a:ext cx="3843337" cy="3192461"/>
          </a:xfrm>
          <a:prstGeom prst="rect">
            <a:avLst/>
          </a:prstGeom>
        </p:spPr>
        <p:txBody>
          <a:bodyPr vert="horz"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  <a:ea typeface="Arial"/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  <a:ea typeface="Arial"/>
              </a:defRPr>
            </a:lvl2pPr>
            <a:lvl3pPr marL="858838" indent="-169863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  <a:ea typeface="Arial"/>
              </a:defRPr>
            </a:lvl3pPr>
            <a:lvl4pPr marL="1258888" indent="-230188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</a:defRPr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 sz="1000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sz="quarter" idx="11"/>
          </p:nvPr>
        </p:nvSpPr>
        <p:spPr>
          <a:xfrm>
            <a:off x="4376738" y="1277938"/>
            <a:ext cx="3852862" cy="3192461"/>
          </a:xfrm>
          <a:prstGeom prst="rect">
            <a:avLst/>
          </a:prstGeom>
        </p:spPr>
        <p:txBody>
          <a:bodyPr vert="horz"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  <a:ea typeface="Arial"/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  <a:ea typeface="Arial"/>
              </a:defRPr>
            </a:lvl2pPr>
            <a:lvl3pPr marL="858838" indent="-169863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  <a:ea typeface="Arial"/>
              </a:defRPr>
            </a:lvl3pPr>
            <a:lvl4pPr marL="1258888" indent="-230188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</a:defRPr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 sz="1000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749762136"/>
      </p:ext>
    </p:extLst>
  </p:cSld>
  <p:clrMapOvr>
    <a:masterClrMapping/>
  </p:clrMapOvr>
  <p:transition spd="med">
    <p:wipe dir="r"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left margi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73050" y="271463"/>
            <a:ext cx="4295219" cy="814832"/>
          </a:xfrm>
          <a:prstGeom prst="rect">
            <a:avLst/>
          </a:prstGeom>
        </p:spPr>
        <p:txBody>
          <a:bodyPr lIns="0" rIns="0"/>
          <a:lstStyle>
            <a:lvl1pPr>
              <a:defRPr>
                <a:solidFill>
                  <a:srgbClr val="007DB8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content page title</a:t>
            </a:r>
          </a:p>
        </p:txBody>
      </p:sp>
      <p:sp>
        <p:nvSpPr>
          <p:cNvPr id="4" name="Content Placeholder 4"/>
          <p:cNvSpPr>
            <a:spLocks noGrp="1"/>
          </p:cNvSpPr>
          <p:nvPr>
            <p:ph sz="quarter" idx="10"/>
          </p:nvPr>
        </p:nvSpPr>
        <p:spPr>
          <a:xfrm>
            <a:off x="271464" y="1277938"/>
            <a:ext cx="4291012" cy="3192461"/>
          </a:xfrm>
          <a:prstGeom prst="rect">
            <a:avLst/>
          </a:prstGeom>
        </p:spPr>
        <p:txBody>
          <a:bodyPr vert="horz"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  <a:ea typeface="Arial"/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  <a:ea typeface="Arial"/>
              </a:defRPr>
            </a:lvl2pPr>
            <a:lvl3pPr marL="858838" indent="-169863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  <a:ea typeface="Arial"/>
              </a:defRPr>
            </a:lvl3pPr>
            <a:lvl4pPr marL="1258888" indent="-230188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</a:defRPr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 sz="1000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16326783"/>
      </p:ext>
    </p:extLst>
  </p:cSld>
  <p:clrMapOvr>
    <a:masterClrMapping/>
  </p:clrMapOvr>
  <p:transition spd="med">
    <p:wipe dir="r"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left margin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73050" y="274056"/>
            <a:ext cx="4865304" cy="486332"/>
          </a:xfrm>
          <a:prstGeom prst="rect">
            <a:avLst/>
          </a:prstGeom>
        </p:spPr>
        <p:txBody>
          <a:bodyPr lIns="0" rIns="0"/>
          <a:lstStyle>
            <a:lvl1pPr>
              <a:defRPr baseline="0">
                <a:latin typeface="Arial" panose="020B0604020202020204" pitchFamily="34" charset="0"/>
                <a:ea typeface="Arial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content page title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subTitle" idx="11" hasCustomPrompt="1"/>
          </p:nvPr>
        </p:nvSpPr>
        <p:spPr>
          <a:xfrm>
            <a:off x="266700" y="767409"/>
            <a:ext cx="4305300" cy="313267"/>
          </a:xfrm>
          <a:prstGeom prst="rect">
            <a:avLst/>
          </a:prstGeom>
        </p:spPr>
        <p:txBody>
          <a:bodyPr lIns="0" rIns="0" anchor="t" anchorCtr="0"/>
          <a:lstStyle>
            <a:lvl1pPr marL="228600" indent="-228600">
              <a:buNone/>
              <a:defRPr lang="en-US" b="1" dirty="0" smtClean="0">
                <a:latin typeface="Arial" panose="020B0604020202020204" pitchFamily="34" charset="0"/>
                <a:ea typeface="Arial"/>
                <a:cs typeface="Arial" panose="020B0604020202020204" pitchFamily="34" charset="0"/>
              </a:defRPr>
            </a:lvl1pPr>
          </a:lstStyle>
          <a:p>
            <a:pPr marL="0" lvl="0" indent="0"/>
            <a:r>
              <a:rPr lang="en-US"/>
              <a:t>Click to edit master subtitle style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271464" y="1277938"/>
            <a:ext cx="4291012" cy="3192461"/>
          </a:xfrm>
          <a:prstGeom prst="rect">
            <a:avLst/>
          </a:prstGeom>
        </p:spPr>
        <p:txBody>
          <a:bodyPr vert="horz"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  <a:ea typeface="Arial"/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  <a:ea typeface="Arial"/>
              </a:defRPr>
            </a:lvl2pPr>
            <a:lvl3pPr marL="858838" indent="-169863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  <a:ea typeface="Arial"/>
              </a:defRPr>
            </a:lvl3pPr>
            <a:lvl4pPr marL="1258888" indent="-230188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</a:defRPr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 sz="1000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408640"/>
      </p:ext>
    </p:extLst>
  </p:cSld>
  <p:clrMapOvr>
    <a:masterClrMapping/>
  </p:clrMapOvr>
  <p:transition spd="med">
    <p:wipe dir="r"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left margin with subhead and two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74320" y="274320"/>
            <a:ext cx="4297680" cy="840802"/>
          </a:xfrm>
          <a:prstGeom prst="rect">
            <a:avLst/>
          </a:prstGeom>
        </p:spPr>
        <p:txBody>
          <a:bodyPr lIns="0" rIns="0"/>
          <a:lstStyle>
            <a:lvl1pPr>
              <a:defRPr baseline="0">
                <a:solidFill>
                  <a:srgbClr val="007DB8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content </a:t>
            </a:r>
            <a:br>
              <a:rPr lang="en-US"/>
            </a:br>
            <a:r>
              <a:rPr lang="en-US"/>
              <a:t>page title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subTitle" idx="11" hasCustomPrompt="1"/>
          </p:nvPr>
        </p:nvSpPr>
        <p:spPr>
          <a:xfrm>
            <a:off x="266700" y="1113366"/>
            <a:ext cx="4305300" cy="313267"/>
          </a:xfrm>
          <a:prstGeom prst="rect">
            <a:avLst/>
          </a:prstGeom>
        </p:spPr>
        <p:txBody>
          <a:bodyPr lIns="0" rIns="0" anchor="t" anchorCtr="0"/>
          <a:lstStyle>
            <a:lvl1pPr marL="228600" indent="-228600">
              <a:buNone/>
              <a:defRPr lang="en-US" b="1" dirty="0" smtClean="0">
                <a:latin typeface="Arial" panose="020B0604020202020204" pitchFamily="34" charset="0"/>
                <a:ea typeface="Arial"/>
                <a:cs typeface="Arial" panose="020B0604020202020204" pitchFamily="34" charset="0"/>
              </a:defRPr>
            </a:lvl1pPr>
          </a:lstStyle>
          <a:p>
            <a:pPr marL="0" lvl="0" indent="0"/>
            <a:r>
              <a:rPr lang="en-US"/>
              <a:t>Click to edit master subtitle style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271464" y="1541463"/>
            <a:ext cx="4291012" cy="2928937"/>
          </a:xfrm>
          <a:prstGeom prst="rect">
            <a:avLst/>
          </a:prstGeom>
        </p:spPr>
        <p:txBody>
          <a:bodyPr vert="horz"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  <a:ea typeface="Arial"/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  <a:ea typeface="Arial"/>
              </a:defRPr>
            </a:lvl2pPr>
            <a:lvl3pPr marL="858838" indent="-169863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  <a:ea typeface="Arial"/>
              </a:defRPr>
            </a:lvl3pPr>
            <a:lvl4pPr marL="1258888" indent="-230188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>
                <a:latin typeface="+mn-lt"/>
              </a:defRPr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defRPr sz="1000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46440488"/>
      </p:ext>
    </p:extLst>
  </p:cSld>
  <p:clrMapOvr>
    <a:masterClrMapping/>
  </p:clrMapOvr>
  <p:transition spd="med">
    <p:wipe dir="r"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no bod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319" y="271886"/>
            <a:ext cx="7955280" cy="472577"/>
          </a:xfrm>
          <a:prstGeom prst="rect">
            <a:avLst/>
          </a:prstGeom>
        </p:spPr>
        <p:txBody>
          <a:bodyPr lIns="0" rIns="0"/>
          <a:lstStyle>
            <a:lvl1pPr>
              <a:defRPr>
                <a:solidFill>
                  <a:srgbClr val="007DB8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content page title</a:t>
            </a:r>
          </a:p>
        </p:txBody>
      </p:sp>
    </p:spTree>
    <p:extLst>
      <p:ext uri="{BB962C8B-B14F-4D97-AF65-F5344CB8AC3E}">
        <p14:creationId xmlns:p14="http://schemas.microsoft.com/office/powerpoint/2010/main" val="1087773396"/>
      </p:ext>
    </p:extLst>
  </p:cSld>
  <p:clrMapOvr>
    <a:masterClrMapping/>
  </p:clrMapOvr>
  <p:transition spd="med">
    <p:wipe dir="r"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8587466"/>
      </p:ext>
    </p:extLst>
  </p:cSld>
  <p:clrMapOvr>
    <a:masterClrMapping/>
  </p:clrMapOvr>
  <p:transition spd="med">
    <p:wipe dir="r"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_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56780" cy="5150688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274320" y="1748271"/>
            <a:ext cx="6850901" cy="1495794"/>
          </a:xfrm>
          <a:prstGeom prst="rect">
            <a:avLst/>
          </a:prstGeom>
        </p:spPr>
        <p:txBody>
          <a:bodyPr lIns="0" rIns="0" anchor="ctr" anchorCtr="0">
            <a:normAutofit/>
          </a:bodyPr>
          <a:lstStyle>
            <a:lvl1pPr>
              <a:defRPr sz="5400" baseline="0">
                <a:solidFill>
                  <a:schemeClr val="tx2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divider slide title  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0368" y="4838501"/>
            <a:ext cx="675925" cy="12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066993"/>
      </p:ext>
    </p:extLst>
  </p:cSld>
  <p:clrMapOvr>
    <a:masterClrMapping/>
  </p:clrMapOvr>
  <p:transition spd="med">
    <p:wipe dir="r"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_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9156778" cy="5150688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274320" y="1748271"/>
            <a:ext cx="6850901" cy="1495794"/>
          </a:xfrm>
          <a:prstGeom prst="rect">
            <a:avLst/>
          </a:prstGeom>
        </p:spPr>
        <p:txBody>
          <a:bodyPr lIns="0" rIns="0" anchor="ctr" anchorCtr="0">
            <a:normAutofit/>
          </a:bodyPr>
          <a:lstStyle>
            <a:lvl1pPr>
              <a:defRPr sz="5400" baseline="0">
                <a:solidFill>
                  <a:schemeClr val="tx2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divider slide title 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0368" y="4838501"/>
            <a:ext cx="675925" cy="12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269647"/>
      </p:ext>
    </p:extLst>
  </p:cSld>
  <p:clrMapOvr>
    <a:masterClrMapping/>
  </p:clrMapOvr>
  <p:transition spd="med">
    <p:wipe dir="r"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_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9156778" cy="5150688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274320" y="1748271"/>
            <a:ext cx="6850901" cy="1495794"/>
          </a:xfrm>
          <a:prstGeom prst="rect">
            <a:avLst/>
          </a:prstGeom>
        </p:spPr>
        <p:txBody>
          <a:bodyPr lIns="0" rIns="0" anchor="ctr" anchorCtr="0">
            <a:normAutofit/>
          </a:bodyPr>
          <a:lstStyle>
            <a:lvl1pPr>
              <a:defRPr sz="5400" baseline="0">
                <a:solidFill>
                  <a:schemeClr val="tx2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divider slide title  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0368" y="4838501"/>
            <a:ext cx="675925" cy="12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820214"/>
      </p:ext>
    </p:extLst>
  </p:cSld>
  <p:clrMapOvr>
    <a:masterClrMapping/>
  </p:clrMapOvr>
  <p:transition spd="med">
    <p:wipe dir="r"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_Blac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74320" y="1748271"/>
            <a:ext cx="6850901" cy="1495794"/>
          </a:xfrm>
          <a:prstGeom prst="rect">
            <a:avLst/>
          </a:prstGeom>
        </p:spPr>
        <p:txBody>
          <a:bodyPr lIns="0" rIns="0" anchor="ctr" anchorCtr="0">
            <a:normAutofit/>
          </a:bodyPr>
          <a:lstStyle>
            <a:lvl1pPr>
              <a:defRPr sz="5400" baseline="0">
                <a:solidFill>
                  <a:schemeClr val="tx2"/>
                </a:solidFill>
                <a:ea typeface="Arial"/>
              </a:defRPr>
            </a:lvl1pPr>
          </a:lstStyle>
          <a:p>
            <a:r>
              <a:rPr lang="en-US"/>
              <a:t>Click to edit divider slide title 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0368" y="4838501"/>
            <a:ext cx="675925" cy="12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873784"/>
      </p:ext>
    </p:extLst>
  </p:cSld>
  <p:clrMapOvr>
    <a:masterClrMapping/>
  </p:clrMapOvr>
  <p:transition spd="med">
    <p:wipe dir="r"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_Carb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74320" y="1748271"/>
            <a:ext cx="6850901" cy="1495794"/>
          </a:xfrm>
          <a:prstGeom prst="rect">
            <a:avLst/>
          </a:prstGeom>
        </p:spPr>
        <p:txBody>
          <a:bodyPr lIns="0" rIns="0" anchor="ctr" anchorCtr="0">
            <a:normAutofit/>
          </a:bodyPr>
          <a:lstStyle>
            <a:lvl1pPr>
              <a:defRPr sz="5400" baseline="0">
                <a:solidFill>
                  <a:schemeClr val="tx2"/>
                </a:solidFill>
                <a:ea typeface="Arial"/>
              </a:defRPr>
            </a:lvl1pPr>
          </a:lstStyle>
          <a:p>
            <a:r>
              <a:rPr lang="en-US"/>
              <a:t>Click to edit divider slide title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0368" y="4838501"/>
            <a:ext cx="675925" cy="12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492787"/>
      </p:ext>
    </p:extLst>
  </p:cSld>
  <p:clrMapOvr>
    <a:masterClrMapping/>
  </p:clrMapOvr>
  <p:transition spd="med">
    <p:wipe dir="r"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_Granite">
    <p:bg>
      <p:bgPr>
        <a:solidFill>
          <a:srgbClr val="808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74320" y="1748271"/>
            <a:ext cx="6850901" cy="1495794"/>
          </a:xfrm>
          <a:prstGeom prst="rect">
            <a:avLst/>
          </a:prstGeom>
        </p:spPr>
        <p:txBody>
          <a:bodyPr lIns="0" rIns="0" anchor="ctr" anchorCtr="0">
            <a:normAutofit/>
          </a:bodyPr>
          <a:lstStyle>
            <a:lvl1pPr>
              <a:defRPr sz="5400" baseline="0">
                <a:solidFill>
                  <a:schemeClr val="tx2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divider slide title  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0368" y="4838501"/>
            <a:ext cx="675925" cy="12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329111"/>
      </p:ext>
    </p:extLst>
  </p:cSld>
  <p:clrMapOvr>
    <a:masterClrMapping/>
  </p:clrMapOvr>
  <p:transition spd="med">
    <p:wipe dir="r"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 slide_Blac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9161" y="2257138"/>
            <a:ext cx="3046048" cy="5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659120"/>
      </p:ext>
    </p:extLst>
  </p:cSld>
  <p:clrMapOvr>
    <a:masterClrMapping/>
  </p:clrMapOvr>
  <p:transition spd="med">
    <p:wipe dir="r"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 slide Carb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9161" y="2257138"/>
            <a:ext cx="3046048" cy="5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77654"/>
      </p:ext>
    </p:extLst>
  </p:cSld>
  <p:clrMapOvr>
    <a:masterClrMapping/>
  </p:clrMapOvr>
  <p:transition spd="med">
    <p:wipe dir="r"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 slide Granite">
    <p:bg>
      <p:bgPr>
        <a:solidFill>
          <a:srgbClr val="808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9161" y="2257138"/>
            <a:ext cx="3046048" cy="5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772151"/>
      </p:ext>
    </p:extLst>
  </p:cSld>
  <p:clrMapOvr>
    <a:masterClrMapping/>
  </p:clrMapOvr>
  <p:transition spd="med">
    <p:wipe dir="r"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285750" y="414337"/>
            <a:ext cx="7486650" cy="1495794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l">
              <a:defRPr sz="54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285750" y="2057401"/>
            <a:ext cx="7486650" cy="124182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152" y="4375513"/>
            <a:ext cx="1627632" cy="28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40364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750" y="414337"/>
            <a:ext cx="7486650" cy="1495794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l">
              <a:defRPr sz="54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750" y="2057401"/>
            <a:ext cx="7486650" cy="124182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152" y="4375513"/>
            <a:ext cx="1627632" cy="28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881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2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750" y="414337"/>
            <a:ext cx="7486650" cy="1495794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l">
              <a:defRPr sz="54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750" y="2057401"/>
            <a:ext cx="7486650" cy="124182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152" y="4375513"/>
            <a:ext cx="1627632" cy="28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680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2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750" y="414337"/>
            <a:ext cx="7486650" cy="1495794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l">
              <a:defRPr sz="54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750" y="2057401"/>
            <a:ext cx="7486650" cy="124182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152" y="4375513"/>
            <a:ext cx="1627632" cy="28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7164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2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750" y="414337"/>
            <a:ext cx="7486650" cy="1495794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l">
              <a:defRPr sz="54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750" y="2057401"/>
            <a:ext cx="7486650" cy="124182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152" y="4375513"/>
            <a:ext cx="1627632" cy="28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5061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2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228600"/>
            <a:ext cx="857250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37F2C6-A9A5-4299-B827-E0940D0575CA}"/>
              </a:ext>
            </a:extLst>
          </p:cNvPr>
          <p:cNvSpPr/>
          <p:nvPr userDrawn="1"/>
        </p:nvSpPr>
        <p:spPr>
          <a:xfrm>
            <a:off x="1580756" y="4514850"/>
            <a:ext cx="1558977" cy="35401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54195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4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228600"/>
            <a:ext cx="857250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750" y="685801"/>
            <a:ext cx="857250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33CA50-5062-4F52-AADE-05A97D86CE27}"/>
              </a:ext>
            </a:extLst>
          </p:cNvPr>
          <p:cNvSpPr/>
          <p:nvPr userDrawn="1"/>
        </p:nvSpPr>
        <p:spPr>
          <a:xfrm>
            <a:off x="1580756" y="4514850"/>
            <a:ext cx="1558977" cy="35401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5156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50" y="1200150"/>
            <a:ext cx="8572500" cy="3314700"/>
          </a:xfrm>
          <a:prstGeom prst="rect">
            <a:avLst/>
          </a:prstGeom>
        </p:spPr>
        <p:txBody>
          <a:bodyPr lIns="0" tIns="0" rIns="0" bIns="0"/>
          <a:lstStyle>
            <a:lvl1pPr marL="171446" indent="-171446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514337" indent="-171446">
              <a:lnSpc>
                <a:spcPct val="100000"/>
              </a:lnSpc>
              <a:spcBef>
                <a:spcPts val="3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800080" indent="-114297">
              <a:lnSpc>
                <a:spcPct val="100000"/>
              </a:lnSpc>
              <a:spcBef>
                <a:spcPts val="3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1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200120" indent="-171446">
              <a:lnSpc>
                <a:spcPct val="100000"/>
              </a:lnSpc>
              <a:spcBef>
                <a:spcPts val="3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900"/>
            </a:lvl4pPr>
            <a:lvl5pPr marL="1543012" indent="-171446">
              <a:lnSpc>
                <a:spcPct val="100000"/>
              </a:lnSpc>
              <a:spcBef>
                <a:spcPts val="3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478C266-757C-4192-A61B-4DC8DA95C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086264-346D-4BFB-8B1E-9453D7C47038}"/>
              </a:ext>
            </a:extLst>
          </p:cNvPr>
          <p:cNvSpPr/>
          <p:nvPr userDrawn="1"/>
        </p:nvSpPr>
        <p:spPr>
          <a:xfrm>
            <a:off x="1580756" y="4514850"/>
            <a:ext cx="1558977" cy="35401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78964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4">
          <p15:clr>
            <a:srgbClr val="FBAE40"/>
          </p15:clr>
        </p15:guide>
        <p15:guide id="2" orient="horz" pos="756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228600"/>
            <a:ext cx="857250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750" y="685801"/>
            <a:ext cx="857250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285750" y="1200150"/>
            <a:ext cx="8572500" cy="3314700"/>
          </a:xfrm>
          <a:prstGeom prst="rect">
            <a:avLst/>
          </a:prstGeom>
        </p:spPr>
        <p:txBody>
          <a:bodyPr lIns="0" tIns="0" rIns="0" bIns="0"/>
          <a:lstStyle>
            <a:lvl1pPr marL="171446" indent="-171446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514337" indent="-171446">
              <a:lnSpc>
                <a:spcPct val="100000"/>
              </a:lnSpc>
              <a:spcBef>
                <a:spcPts val="3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800080" indent="-114297">
              <a:lnSpc>
                <a:spcPct val="100000"/>
              </a:lnSpc>
              <a:spcBef>
                <a:spcPts val="3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1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200120" indent="-171446">
              <a:lnSpc>
                <a:spcPct val="100000"/>
              </a:lnSpc>
              <a:spcBef>
                <a:spcPts val="3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900"/>
            </a:lvl4pPr>
            <a:lvl5pPr marL="1543012" indent="-171446">
              <a:lnSpc>
                <a:spcPct val="100000"/>
              </a:lnSpc>
              <a:spcBef>
                <a:spcPts val="3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0083771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987" y="228600"/>
            <a:ext cx="8577263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280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5750" y="1200151"/>
            <a:ext cx="4057650" cy="3263504"/>
          </a:xfrm>
          <a:prstGeom prst="rect">
            <a:avLst/>
          </a:prstGeom>
        </p:spPr>
        <p:txBody>
          <a:bodyPr lIns="0" tIns="0" rIns="0" bIns="0"/>
          <a:lstStyle>
            <a:lvl1pPr>
              <a:buClr>
                <a:srgbClr val="808080"/>
              </a:buClr>
              <a:defRPr lang="en-US" sz="1800" dirty="0" smtClean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>
              <a:buClr>
                <a:srgbClr val="808080"/>
              </a:buClr>
              <a:defRPr lang="en-US" sz="1400" dirty="0" smtClean="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>
              <a:buClr>
                <a:srgbClr val="808080"/>
              </a:buClr>
              <a:defRPr lang="en-US" sz="1100" dirty="0" smtClean="0">
                <a:solidFill>
                  <a:schemeClr val="bg2"/>
                </a:solidFill>
                <a:latin typeface="Arial" panose="020B0604020202020204" pitchFamily="34" charset="0"/>
              </a:defRPr>
            </a:lvl3pPr>
          </a:lstStyle>
          <a:p>
            <a:pPr lvl="0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</a:pPr>
            <a:r>
              <a:rPr lang="en-US"/>
              <a:t>Click to edit Master text styles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</a:pPr>
            <a:r>
              <a:rPr lang="en-US"/>
              <a:t>Second level</a:t>
            </a:r>
          </a:p>
          <a:p>
            <a:pPr lvl="2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</a:pPr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209676"/>
            <a:ext cx="4057650" cy="3263504"/>
          </a:xfrm>
          <a:prstGeom prst="rect">
            <a:avLst/>
          </a:prstGeom>
        </p:spPr>
        <p:txBody>
          <a:bodyPr lIns="0" tIns="0" rIns="0" bIns="0"/>
          <a:lstStyle>
            <a:lvl1pPr>
              <a:buClr>
                <a:srgbClr val="808080"/>
              </a:buClr>
              <a:defRPr lang="en-US" sz="1800" dirty="0" smtClean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>
              <a:buClr>
                <a:srgbClr val="808080"/>
              </a:buClr>
              <a:defRPr lang="en-US" sz="1400" dirty="0" smtClean="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>
              <a:buClr>
                <a:srgbClr val="808080"/>
              </a:buClr>
              <a:defRPr lang="en-US" sz="1100" dirty="0" smtClean="0">
                <a:solidFill>
                  <a:schemeClr val="bg2"/>
                </a:solidFill>
                <a:latin typeface="Arial" panose="020B0604020202020204" pitchFamily="34" charset="0"/>
              </a:defRPr>
            </a:lvl3pPr>
          </a:lstStyle>
          <a:p>
            <a:pPr lvl="0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</a:pPr>
            <a:r>
              <a:rPr lang="en-US"/>
              <a:t>Click to edit Master text styles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</a:pPr>
            <a:r>
              <a:rPr lang="en-US"/>
              <a:t>Second level</a:t>
            </a:r>
          </a:p>
          <a:p>
            <a:pPr lvl="2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</a:pPr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50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6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w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987" y="228600"/>
            <a:ext cx="8577263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280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5750" y="1419226"/>
            <a:ext cx="4057650" cy="3057525"/>
          </a:xfrm>
          <a:prstGeom prst="rect">
            <a:avLst/>
          </a:prstGeom>
        </p:spPr>
        <p:txBody>
          <a:bodyPr lIns="0" tIns="0" rIns="0" bIns="0"/>
          <a:lstStyle>
            <a:lvl1pPr>
              <a:buClr>
                <a:srgbClr val="808080"/>
              </a:buClr>
              <a:defRPr lang="en-US" sz="1800" dirty="0" smtClean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>
              <a:buClr>
                <a:srgbClr val="808080"/>
              </a:buClr>
              <a:defRPr lang="en-US" sz="1400" dirty="0" smtClean="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>
              <a:buClr>
                <a:srgbClr val="808080"/>
              </a:buClr>
              <a:defRPr lang="en-US" sz="1100" dirty="0" smtClean="0">
                <a:solidFill>
                  <a:schemeClr val="bg2"/>
                </a:solidFill>
                <a:latin typeface="Arial" panose="020B0604020202020204" pitchFamily="34" charset="0"/>
              </a:defRPr>
            </a:lvl3pPr>
          </a:lstStyle>
          <a:p>
            <a:pPr lvl="0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</a:pPr>
            <a:r>
              <a:rPr lang="en-US"/>
              <a:t>Click to edit Master text styles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</a:pPr>
            <a:r>
              <a:rPr lang="en-US"/>
              <a:t>Second level</a:t>
            </a:r>
          </a:p>
          <a:p>
            <a:pPr lvl="2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</a:pPr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428751"/>
            <a:ext cx="4057650" cy="3057525"/>
          </a:xfrm>
          <a:prstGeom prst="rect">
            <a:avLst/>
          </a:prstGeom>
        </p:spPr>
        <p:txBody>
          <a:bodyPr lIns="0" tIns="0" rIns="0" bIns="0"/>
          <a:lstStyle>
            <a:lvl1pPr>
              <a:buClr>
                <a:srgbClr val="808080"/>
              </a:buClr>
              <a:defRPr lang="en-US" sz="1800" dirty="0" smtClean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>
              <a:buClr>
                <a:srgbClr val="808080"/>
              </a:buClr>
              <a:defRPr lang="en-US" sz="1400" dirty="0" smtClean="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>
              <a:buClr>
                <a:srgbClr val="808080"/>
              </a:buClr>
              <a:defRPr lang="en-US" sz="1100" dirty="0" smtClean="0">
                <a:solidFill>
                  <a:schemeClr val="bg2"/>
                </a:solidFill>
                <a:latin typeface="Arial" panose="020B0604020202020204" pitchFamily="34" charset="0"/>
              </a:defRPr>
            </a:lvl3pPr>
          </a:lstStyle>
          <a:p>
            <a:pPr lvl="0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</a:pPr>
            <a:r>
              <a:rPr lang="en-US"/>
              <a:t>Click to edit Master text styles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</a:pPr>
            <a:r>
              <a:rPr lang="en-US"/>
              <a:t>Second level</a:t>
            </a:r>
          </a:p>
          <a:p>
            <a:pPr lvl="2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</a:pPr>
            <a:r>
              <a:rPr lang="en-US"/>
              <a:t>Third level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idx="10"/>
          </p:nvPr>
        </p:nvSpPr>
        <p:spPr>
          <a:xfrm>
            <a:off x="285750" y="971550"/>
            <a:ext cx="4057650" cy="28575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80618" y="971550"/>
            <a:ext cx="4077633" cy="28575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57749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12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w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987" y="228600"/>
            <a:ext cx="8577263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280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5750" y="1543051"/>
            <a:ext cx="2686050" cy="3057525"/>
          </a:xfrm>
          <a:prstGeom prst="rect">
            <a:avLst/>
          </a:prstGeom>
        </p:spPr>
        <p:txBody>
          <a:bodyPr lIns="0" tIns="0" rIns="0" bIns="0"/>
          <a:lstStyle>
            <a:lvl1pPr>
              <a:buClr>
                <a:srgbClr val="808080"/>
              </a:buClr>
              <a:defRPr lang="en-US" sz="1600" dirty="0" smtClean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>
              <a:buClr>
                <a:srgbClr val="808080"/>
              </a:buClr>
              <a:defRPr lang="en-US" sz="1200" dirty="0" smtClean="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>
              <a:buClr>
                <a:srgbClr val="808080"/>
              </a:buClr>
              <a:defRPr lang="en-US" sz="1050" dirty="0" smtClean="0">
                <a:solidFill>
                  <a:schemeClr val="bg2"/>
                </a:solidFill>
                <a:latin typeface="Arial" panose="020B0604020202020204" pitchFamily="34" charset="0"/>
              </a:defRPr>
            </a:lvl3pPr>
          </a:lstStyle>
          <a:p>
            <a:pPr lvl="0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</a:pPr>
            <a:r>
              <a:rPr lang="en-US"/>
              <a:t>Click to edit Master text styles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</a:pPr>
            <a:r>
              <a:rPr lang="en-US"/>
              <a:t>Second level</a:t>
            </a:r>
          </a:p>
          <a:p>
            <a:pPr lvl="2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</a:pPr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28975" y="1543051"/>
            <a:ext cx="2686050" cy="3057525"/>
          </a:xfrm>
          <a:prstGeom prst="rect">
            <a:avLst/>
          </a:prstGeom>
        </p:spPr>
        <p:txBody>
          <a:bodyPr lIns="0" tIns="0" rIns="0" bIns="0"/>
          <a:lstStyle>
            <a:lvl1pPr>
              <a:buClr>
                <a:srgbClr val="808080"/>
              </a:buClr>
              <a:defRPr lang="en-US" sz="1600" dirty="0" smtClean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>
              <a:buClr>
                <a:srgbClr val="808080"/>
              </a:buClr>
              <a:defRPr lang="en-US" sz="1200" dirty="0" smtClean="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>
              <a:buClr>
                <a:srgbClr val="808080"/>
              </a:buClr>
              <a:defRPr lang="en-US" sz="1050" dirty="0" smtClean="0">
                <a:solidFill>
                  <a:schemeClr val="bg2"/>
                </a:solidFill>
                <a:latin typeface="Arial" panose="020B0604020202020204" pitchFamily="34" charset="0"/>
              </a:defRPr>
            </a:lvl3pPr>
          </a:lstStyle>
          <a:p>
            <a:pPr lvl="0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</a:pPr>
            <a:r>
              <a:rPr lang="en-US"/>
              <a:t>Click to edit Master text styles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</a:pPr>
            <a:r>
              <a:rPr lang="en-US"/>
              <a:t>Second level</a:t>
            </a:r>
          </a:p>
          <a:p>
            <a:pPr lvl="2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</a:pPr>
            <a:r>
              <a:rPr lang="en-US"/>
              <a:t>Third level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idx="10"/>
          </p:nvPr>
        </p:nvSpPr>
        <p:spPr>
          <a:xfrm>
            <a:off x="285750" y="971550"/>
            <a:ext cx="2686050" cy="28575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1800" b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00400" y="971550"/>
            <a:ext cx="2686050" cy="28575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1800" b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11"/>
          </p:nvPr>
        </p:nvSpPr>
        <p:spPr>
          <a:xfrm>
            <a:off x="6172200" y="1543051"/>
            <a:ext cx="2686050" cy="3057525"/>
          </a:xfrm>
          <a:prstGeom prst="rect">
            <a:avLst/>
          </a:prstGeom>
        </p:spPr>
        <p:txBody>
          <a:bodyPr lIns="0" tIns="0" rIns="0" bIns="0"/>
          <a:lstStyle>
            <a:lvl1pPr>
              <a:buClr>
                <a:srgbClr val="808080"/>
              </a:buClr>
              <a:defRPr lang="en-US" sz="1600" dirty="0" smtClean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>
              <a:buClr>
                <a:srgbClr val="808080"/>
              </a:buClr>
              <a:defRPr lang="en-US" sz="1200" dirty="0" smtClean="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>
              <a:buClr>
                <a:srgbClr val="808080"/>
              </a:buClr>
              <a:defRPr lang="en-US" sz="1050" dirty="0" smtClean="0">
                <a:solidFill>
                  <a:schemeClr val="bg2"/>
                </a:solidFill>
                <a:latin typeface="Arial" panose="020B0604020202020204" pitchFamily="34" charset="0"/>
              </a:defRPr>
            </a:lvl3pPr>
          </a:lstStyle>
          <a:p>
            <a:pPr lvl="0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</a:pPr>
            <a:r>
              <a:rPr lang="en-US"/>
              <a:t>Click to edit Master text styles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</a:pPr>
            <a:r>
              <a:rPr lang="en-US"/>
              <a:t>Second level</a:t>
            </a:r>
          </a:p>
          <a:p>
            <a:pPr lvl="2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</a:pPr>
            <a:r>
              <a:rPr lang="en-US"/>
              <a:t>Third level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6152217" y="971550"/>
            <a:ext cx="2686050" cy="28575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1800" b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565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12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9930511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1823853"/>
            <a:ext cx="7886700" cy="1495794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>
              <a:defRPr sz="54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1594" y="4838540"/>
            <a:ext cx="676656" cy="120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96290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Gray">
    <p:bg>
      <p:bgPr>
        <a:solidFill>
          <a:srgbClr val="808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1823853"/>
            <a:ext cx="7886700" cy="1495794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>
              <a:defRPr sz="54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1594" y="4838540"/>
            <a:ext cx="676656" cy="120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5944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1823853"/>
            <a:ext cx="7886700" cy="1495794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>
              <a:defRPr sz="54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1594" y="4838540"/>
            <a:ext cx="676656" cy="120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081854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1823853"/>
            <a:ext cx="7886700" cy="1495794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>
              <a:defRPr sz="5400">
                <a:solidFill>
                  <a:schemeClr val="tx2"/>
                </a:solidFill>
                <a:effectLst>
                  <a:glow rad="127000">
                    <a:schemeClr val="bg2">
                      <a:alpha val="20000"/>
                    </a:schemeClr>
                  </a:glow>
                </a:effectLst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1594" y="4838540"/>
            <a:ext cx="676656" cy="120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595376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1823853"/>
            <a:ext cx="7886700" cy="1495794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>
              <a:defRPr sz="54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1594" y="4838540"/>
            <a:ext cx="676656" cy="120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675761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85750" y="1823853"/>
            <a:ext cx="7886700" cy="1495794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>
              <a:defRPr sz="54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1594" y="4838540"/>
            <a:ext cx="676656" cy="120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726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2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ave bkg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502" y="685801"/>
            <a:ext cx="9142857" cy="38952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228600"/>
            <a:ext cx="857250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235574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logo slide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2096" y="2297430"/>
            <a:ext cx="3079811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75075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logo slide gray">
    <p:bg>
      <p:bgPr>
        <a:solidFill>
          <a:srgbClr val="808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2096" y="2297430"/>
            <a:ext cx="3079811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992826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319" y="271886"/>
            <a:ext cx="7955280" cy="66479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content page title</a:t>
            </a:r>
          </a:p>
        </p:txBody>
      </p:sp>
    </p:spTree>
    <p:extLst>
      <p:ext uri="{BB962C8B-B14F-4D97-AF65-F5344CB8AC3E}">
        <p14:creationId xmlns:p14="http://schemas.microsoft.com/office/powerpoint/2010/main" val="3857206498"/>
      </p:ext>
    </p:extLst>
  </p:cSld>
  <p:clrMapOvr>
    <a:masterClrMapping/>
  </p:clrMapOvr>
  <p:transition spd="med">
    <p:wipe dir="r"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4631" y="271886"/>
            <a:ext cx="7955280" cy="640080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/>
          </p:nvPr>
        </p:nvSpPr>
        <p:spPr>
          <a:xfrm>
            <a:off x="364632" y="1280160"/>
            <a:ext cx="7924386" cy="3200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050">
                <a:solidFill>
                  <a:schemeClr val="bg2"/>
                </a:solidFill>
                <a:latin typeface="Museo Sans For Dell" pitchFamily="2" charset="0"/>
              </a:defRPr>
            </a:lvl1pPr>
            <a:lvl2pPr marL="429785" indent="-173819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9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>
                <a:srgbClr val="AAAAAA"/>
              </a:buClr>
              <a:defRPr sz="75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225"/>
              </a:spcBef>
              <a:spcAft>
                <a:spcPts val="0"/>
              </a:spcAft>
              <a:buClr>
                <a:srgbClr val="AAAAAA"/>
              </a:buClr>
              <a:defRPr sz="1050" baseline="0">
                <a:solidFill>
                  <a:schemeClr val="tx1"/>
                </a:solidFill>
                <a:latin typeface="Museo Sans For Dell" pitchFamily="2" charset="0"/>
              </a:defRPr>
            </a:lvl4pPr>
            <a:lvl5pPr>
              <a:spcBef>
                <a:spcPts val="225"/>
              </a:spcBef>
              <a:spcAft>
                <a:spcPts val="0"/>
              </a:spcAft>
              <a:buClr>
                <a:srgbClr val="AAAAAA"/>
              </a:buClr>
              <a:defRPr sz="9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16018363"/>
      </p:ext>
    </p:extLst>
  </p:cSld>
  <p:clrMapOvr>
    <a:masterClrMapping/>
  </p:clrMapOvr>
  <p:transition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_and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5904" y="28575"/>
            <a:ext cx="8239126" cy="720090"/>
          </a:xfrm>
          <a:prstGeom prst="rect">
            <a:avLst/>
          </a:prstGeom>
        </p:spPr>
        <p:txBody>
          <a:bodyPr wrap="square" anchor="b"/>
          <a:lstStyle>
            <a:lvl1pPr>
              <a:lnSpc>
                <a:spcPct val="90000"/>
              </a:lnSpc>
              <a:defRPr sz="2325" b="0">
                <a:solidFill>
                  <a:schemeClr val="bg1"/>
                </a:solidFill>
                <a:latin typeface="Museo For Dell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7675" y="982982"/>
            <a:ext cx="8229600" cy="756361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1200"/>
              </a:spcBef>
              <a:defRPr sz="1725">
                <a:solidFill>
                  <a:schemeClr val="bg2"/>
                </a:solidFill>
                <a:latin typeface="Museo Sans For Dell" pitchFamily="2" charset="0"/>
              </a:defRPr>
            </a:lvl1pPr>
            <a:lvl2pPr>
              <a:spcBef>
                <a:spcPts val="600"/>
              </a:spcBef>
              <a:buFont typeface="Museo Sans For Dell" pitchFamily="2" charset="0"/>
              <a:buChar char="–"/>
              <a:defRPr sz="1425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spcBef>
                <a:spcPts val="600"/>
              </a:spcBef>
              <a:defRPr sz="120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600"/>
              </a:spcBef>
              <a:defRPr sz="1425">
                <a:solidFill>
                  <a:schemeClr val="bg2"/>
                </a:solidFill>
                <a:latin typeface="Museo Sans For Dell" pitchFamily="2" charset="0"/>
              </a:defRPr>
            </a:lvl4pPr>
            <a:lvl5pPr>
              <a:spcBef>
                <a:spcPts val="600"/>
              </a:spcBef>
              <a:defRPr sz="1425">
                <a:solidFill>
                  <a:schemeClr val="bg2"/>
                </a:solidFill>
                <a:latin typeface="Museo Sans For Dell" pitchFamily="2" charset="0"/>
              </a:defRPr>
            </a:lvl5pPr>
            <a:lvl6pPr>
              <a:defRPr sz="1425"/>
            </a:lvl6pPr>
            <a:lvl7pPr>
              <a:defRPr sz="1425"/>
            </a:lvl7pPr>
            <a:lvl8pPr>
              <a:defRPr sz="1425"/>
            </a:lvl8pPr>
            <a:lvl9pPr>
              <a:defRPr sz="14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25798368"/>
      </p:ext>
    </p:extLst>
  </p:cSld>
  <p:clrMapOvr>
    <a:masterClrMapping/>
  </p:clrMapOvr>
  <p:transition spd="med">
    <p:wipe dir="r"/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319" y="265272"/>
            <a:ext cx="7955280" cy="447960"/>
          </a:xfrm>
          <a:prstGeom prst="rect">
            <a:avLst/>
          </a:prstGeom>
        </p:spPr>
        <p:txBody>
          <a:bodyPr lIns="0" rIns="0"/>
          <a:lstStyle>
            <a:lvl1pPr>
              <a:defRPr cap="none" baseline="0">
                <a:latin typeface="Arial" panose="020B0604020202020204" pitchFamily="34" charset="0"/>
                <a:ea typeface="Arial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/>
          </p:nvPr>
        </p:nvSpPr>
        <p:spPr>
          <a:xfrm>
            <a:off x="274321" y="859536"/>
            <a:ext cx="7955279" cy="36576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defRPr>
            </a:lvl1pPr>
            <a:lvl2pPr marL="573060" indent="-231764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 baseline="0">
                <a:solidFill>
                  <a:schemeClr val="bg2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3817016"/>
      </p:ext>
    </p:extLst>
  </p:cSld>
  <p:clrMapOvr>
    <a:masterClrMapping/>
  </p:clrMapOvr>
  <p:transition spd="med">
    <p:wipe dir="r"/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 userDrawn="1"/>
        </p:nvGrpSpPr>
        <p:grpSpPr>
          <a:xfrm>
            <a:off x="5075" y="-10893"/>
            <a:ext cx="9138925" cy="5154393"/>
            <a:chOff x="5075" y="-10893"/>
            <a:chExt cx="9143999" cy="5154393"/>
          </a:xfrm>
        </p:grpSpPr>
        <p:pic>
          <p:nvPicPr>
            <p:cNvPr id="12" name="Picture 11" descr="GettyImages-538180512.jpg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flipH="1">
              <a:off x="5075" y="0"/>
              <a:ext cx="9138925" cy="5143500"/>
            </a:xfrm>
            <a:prstGeom prst="rect">
              <a:avLst/>
            </a:prstGeom>
          </p:spPr>
        </p:pic>
        <p:sp>
          <p:nvSpPr>
            <p:cNvPr id="13" name="Rectangle 12"/>
            <p:cNvSpPr/>
            <p:nvPr/>
          </p:nvSpPr>
          <p:spPr>
            <a:xfrm>
              <a:off x="5075" y="-10893"/>
              <a:ext cx="9143999" cy="5154393"/>
            </a:xfrm>
            <a:prstGeom prst="rect">
              <a:avLst/>
            </a:prstGeom>
            <a:gradFill>
              <a:gsLst>
                <a:gs pos="25000">
                  <a:schemeClr val="tx1">
                    <a:lumMod val="75000"/>
                    <a:alpha val="0"/>
                  </a:schemeClr>
                </a:gs>
                <a:gs pos="73000">
                  <a:schemeClr val="bg2">
                    <a:alpha val="99000"/>
                  </a:schemeClr>
                </a:gs>
              </a:gsLst>
              <a:lin ang="8100000" scaled="1"/>
            </a:gradFill>
            <a:effectLst/>
          </p:spPr>
          <p:txBody>
            <a:bodyPr wrap="square" lIns="182880" tIns="137160" rIns="137160" bIns="137160" rtlCol="0" anchor="ctr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</a:pPr>
              <a:endParaRPr lang="en-US" sz="2000" err="1">
                <a:solidFill>
                  <a:srgbClr val="FFFFFF"/>
                </a:solidFill>
                <a:latin typeface="Arial" panose="020B0604020202020204"/>
              </a:endParaRPr>
            </a:p>
          </p:txBody>
        </p:sp>
      </p:grpSp>
      <p:sp>
        <p:nvSpPr>
          <p:cNvPr id="9" name="Title Placeholder 21"/>
          <p:cNvSpPr>
            <a:spLocks noGrp="1"/>
          </p:cNvSpPr>
          <p:nvPr>
            <p:ph type="ctrTitle" hasCustomPrompt="1"/>
          </p:nvPr>
        </p:nvSpPr>
        <p:spPr>
          <a:xfrm>
            <a:off x="274319" y="290332"/>
            <a:ext cx="5200791" cy="1661993"/>
          </a:xfrm>
          <a:prstGeom prst="rect">
            <a:avLst/>
          </a:prstGeom>
        </p:spPr>
        <p:txBody>
          <a:bodyPr wrap="square" lIns="0" rIns="0" anchor="b" anchorCtr="0">
            <a:norm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5400" b="0" i="0" smtClean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</a:t>
            </a:r>
            <a:br>
              <a:rPr lang="en-US"/>
            </a:br>
            <a:r>
              <a:rPr lang="en-US"/>
              <a:t>title slide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subTitle" idx="1" hasCustomPrompt="1"/>
          </p:nvPr>
        </p:nvSpPr>
        <p:spPr>
          <a:xfrm>
            <a:off x="274320" y="2252133"/>
            <a:ext cx="5200791" cy="30777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buFont typeface="Wingdings" pitchFamily="2" charset="2"/>
              <a:buNone/>
              <a:defRPr sz="2000" b="1" i="0" smtClean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0133" y="4374069"/>
            <a:ext cx="1630654" cy="2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590401"/>
      </p:ext>
    </p:extLst>
  </p:cSld>
  <p:clrMapOvr>
    <a:masterClrMapping/>
  </p:clrMapOvr>
  <p:transition spd="med">
    <p:wipe dir="r"/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_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60846" cy="5152976"/>
          </a:xfrm>
          <a:prstGeom prst="rect">
            <a:avLst/>
          </a:prstGeom>
        </p:spPr>
      </p:pic>
      <p:sp>
        <p:nvSpPr>
          <p:cNvPr id="9" name="Title Placeholder 21"/>
          <p:cNvSpPr>
            <a:spLocks noGrp="1"/>
          </p:cNvSpPr>
          <p:nvPr>
            <p:ph type="ctrTitle" hasCustomPrompt="1"/>
          </p:nvPr>
        </p:nvSpPr>
        <p:spPr>
          <a:xfrm>
            <a:off x="274319" y="290332"/>
            <a:ext cx="5200791" cy="1661993"/>
          </a:xfrm>
          <a:prstGeom prst="rect">
            <a:avLst/>
          </a:prstGeom>
        </p:spPr>
        <p:txBody>
          <a:bodyPr wrap="square" lIns="0" rIns="0" anchor="b" anchorCtr="0">
            <a:norm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5400" b="0" i="0" smtClean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</a:t>
            </a:r>
            <a:br>
              <a:rPr lang="en-US"/>
            </a:br>
            <a:r>
              <a:rPr lang="en-US"/>
              <a:t>title slide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subTitle" idx="1" hasCustomPrompt="1"/>
          </p:nvPr>
        </p:nvSpPr>
        <p:spPr>
          <a:xfrm>
            <a:off x="274320" y="2252133"/>
            <a:ext cx="5200791" cy="30777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buFont typeface="Wingdings" pitchFamily="2" charset="2"/>
              <a:buNone/>
              <a:defRPr sz="2000" b="1" i="0" smtClean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0133" y="4374069"/>
            <a:ext cx="1630654" cy="2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970024"/>
      </p:ext>
    </p:extLst>
  </p:cSld>
  <p:clrMapOvr>
    <a:masterClrMapping/>
  </p:clrMapOvr>
  <p:transition spd="med">
    <p:wipe dir="r"/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60844" cy="5152975"/>
          </a:xfrm>
          <a:prstGeom prst="rect">
            <a:avLst/>
          </a:prstGeom>
        </p:spPr>
      </p:pic>
      <p:sp>
        <p:nvSpPr>
          <p:cNvPr id="9" name="Title Placeholder 21"/>
          <p:cNvSpPr>
            <a:spLocks noGrp="1"/>
          </p:cNvSpPr>
          <p:nvPr>
            <p:ph type="ctrTitle" hasCustomPrompt="1"/>
          </p:nvPr>
        </p:nvSpPr>
        <p:spPr>
          <a:xfrm>
            <a:off x="274320" y="289726"/>
            <a:ext cx="5200791" cy="1661993"/>
          </a:xfrm>
          <a:prstGeom prst="rect">
            <a:avLst/>
          </a:prstGeom>
        </p:spPr>
        <p:txBody>
          <a:bodyPr wrap="square" lIns="0" rIns="0" anchor="b" anchorCtr="0">
            <a:normAutofit/>
          </a:bodyPr>
          <a:lstStyle>
            <a:lvl1pPr>
              <a:defRPr lang="en-US" sz="5400" i="0" dirty="0" smtClean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>
              <a:lnSpc>
                <a:spcPct val="100000"/>
              </a:lnSpc>
              <a:spcAft>
                <a:spcPts val="0"/>
              </a:spcAft>
            </a:pPr>
            <a:r>
              <a:rPr lang="en-US"/>
              <a:t>Click to edit</a:t>
            </a:r>
            <a:br>
              <a:rPr lang="en-US"/>
            </a:br>
            <a:r>
              <a:rPr lang="en-US"/>
              <a:t>title slide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subTitle" idx="1" hasCustomPrompt="1"/>
          </p:nvPr>
        </p:nvSpPr>
        <p:spPr>
          <a:xfrm>
            <a:off x="274320" y="2252133"/>
            <a:ext cx="5200791" cy="30777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buFont typeface="Wingdings" pitchFamily="2" charset="2"/>
              <a:buNone/>
              <a:defRPr sz="2000" b="1" i="0" smtClean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0133" y="4374069"/>
            <a:ext cx="1630654" cy="2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731543"/>
      </p:ext>
    </p:extLst>
  </p:cSld>
  <p:clrMapOvr>
    <a:masterClrMapping/>
  </p:clrMapOvr>
  <p:transition spd="med">
    <p:wipe dir="r"/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60844" cy="5152975"/>
          </a:xfrm>
          <a:prstGeom prst="rect">
            <a:avLst/>
          </a:prstGeom>
        </p:spPr>
      </p:pic>
      <p:sp>
        <p:nvSpPr>
          <p:cNvPr id="9" name="Title Placeholder 21"/>
          <p:cNvSpPr>
            <a:spLocks noGrp="1"/>
          </p:cNvSpPr>
          <p:nvPr>
            <p:ph type="ctrTitle" hasCustomPrompt="1"/>
          </p:nvPr>
        </p:nvSpPr>
        <p:spPr>
          <a:xfrm>
            <a:off x="274319" y="288114"/>
            <a:ext cx="5200791" cy="1661993"/>
          </a:xfrm>
          <a:prstGeom prst="rect">
            <a:avLst/>
          </a:prstGeom>
        </p:spPr>
        <p:txBody>
          <a:bodyPr wrap="square" lIns="0" rIns="0" anchor="b" anchorCtr="0">
            <a:norm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5400" b="0" i="0" smtClean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</a:t>
            </a:r>
            <a:br>
              <a:rPr lang="en-US"/>
            </a:br>
            <a:r>
              <a:rPr lang="en-US"/>
              <a:t>title slide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subTitle" idx="1" hasCustomPrompt="1"/>
          </p:nvPr>
        </p:nvSpPr>
        <p:spPr>
          <a:xfrm>
            <a:off x="274320" y="2252133"/>
            <a:ext cx="5200791" cy="30777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buFont typeface="Wingdings" pitchFamily="2" charset="2"/>
              <a:buNone/>
              <a:defRPr sz="2000" b="1" i="0" smtClean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0133" y="4374069"/>
            <a:ext cx="1630654" cy="2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685755"/>
      </p:ext>
    </p:extLst>
  </p:cSld>
  <p:clrMapOvr>
    <a:masterClrMapping/>
  </p:clrMapOvr>
  <p:transition spd="med">
    <p:wipe dir="r"/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50644"/>
          </a:xfrm>
          <a:prstGeom prst="rect">
            <a:avLst/>
          </a:prstGeom>
          <a:solidFill>
            <a:schemeClr val="bg2"/>
          </a:solidFill>
          <a:effectLst/>
        </p:spPr>
        <p:txBody>
          <a:bodyPr wrap="square" lIns="182880" tIns="137160" rIns="137160" bIns="13716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</a:pPr>
            <a:endParaRPr lang="en-US" sz="2000" err="1">
              <a:solidFill>
                <a:schemeClr val="bg2"/>
              </a:solidFill>
              <a:latin typeface="+mn-lt"/>
            </a:endParaRPr>
          </a:p>
        </p:txBody>
      </p:sp>
      <p:sp>
        <p:nvSpPr>
          <p:cNvPr id="361476" name="Title Placeholder 21"/>
          <p:cNvSpPr>
            <a:spLocks noGrp="1"/>
          </p:cNvSpPr>
          <p:nvPr>
            <p:ph type="ctrTitle" hasCustomPrompt="1"/>
          </p:nvPr>
        </p:nvSpPr>
        <p:spPr>
          <a:xfrm>
            <a:off x="274320" y="289291"/>
            <a:ext cx="5200791" cy="1661993"/>
          </a:xfrm>
          <a:prstGeom prst="rect">
            <a:avLst/>
          </a:prstGeom>
        </p:spPr>
        <p:txBody>
          <a:bodyPr wrap="square" lIns="0" rIns="0" anchor="b" anchorCtr="0">
            <a:norm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5400" b="0" i="0" smtClean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</a:t>
            </a:r>
            <a:br>
              <a:rPr lang="en-US"/>
            </a:br>
            <a:r>
              <a:rPr lang="en-US"/>
              <a:t>title slide</a:t>
            </a:r>
          </a:p>
        </p:txBody>
      </p:sp>
      <p:sp>
        <p:nvSpPr>
          <p:cNvPr id="361477" name="Text Placeholder 12"/>
          <p:cNvSpPr>
            <a:spLocks noGrp="1"/>
          </p:cNvSpPr>
          <p:nvPr>
            <p:ph type="subTitle" idx="1" hasCustomPrompt="1"/>
          </p:nvPr>
        </p:nvSpPr>
        <p:spPr>
          <a:xfrm>
            <a:off x="274320" y="2252133"/>
            <a:ext cx="5200791" cy="30777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buFont typeface="Wingdings" pitchFamily="2" charset="2"/>
              <a:buNone/>
              <a:defRPr sz="2000" b="1" i="0" smtClean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0133" y="4374069"/>
            <a:ext cx="1630654" cy="2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913134"/>
      </p:ext>
    </p:extLst>
  </p:cSld>
  <p:clrMapOvr>
    <a:masterClrMapping/>
  </p:clrMapOvr>
  <p:transition spd="med">
    <p:wipe dir="r"/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_Carb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50644"/>
          </a:xfrm>
          <a:prstGeom prst="rect">
            <a:avLst/>
          </a:prstGeom>
          <a:solidFill>
            <a:schemeClr val="tx1"/>
          </a:solidFill>
          <a:effectLst/>
        </p:spPr>
        <p:txBody>
          <a:bodyPr wrap="square" lIns="182880" tIns="137160" rIns="137160" bIns="13716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</a:pPr>
            <a:endParaRPr lang="en-US" sz="2000" err="1">
              <a:solidFill>
                <a:schemeClr val="bg2"/>
              </a:solidFill>
              <a:latin typeface="+mn-lt"/>
            </a:endParaRPr>
          </a:p>
        </p:txBody>
      </p:sp>
      <p:sp>
        <p:nvSpPr>
          <p:cNvPr id="361476" name="Title Placeholder 21"/>
          <p:cNvSpPr>
            <a:spLocks noGrp="1"/>
          </p:cNvSpPr>
          <p:nvPr>
            <p:ph type="ctrTitle" hasCustomPrompt="1"/>
          </p:nvPr>
        </p:nvSpPr>
        <p:spPr>
          <a:xfrm>
            <a:off x="274320" y="294162"/>
            <a:ext cx="5200791" cy="1661993"/>
          </a:xfrm>
          <a:prstGeom prst="rect">
            <a:avLst/>
          </a:prstGeom>
        </p:spPr>
        <p:txBody>
          <a:bodyPr wrap="square" lIns="0" rIns="0" anchor="b" anchorCtr="0">
            <a:norm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5400" b="0" i="0" smtClean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</a:t>
            </a:r>
            <a:br>
              <a:rPr lang="en-US"/>
            </a:br>
            <a:r>
              <a:rPr lang="en-US"/>
              <a:t>title slide</a:t>
            </a:r>
          </a:p>
        </p:txBody>
      </p:sp>
      <p:sp>
        <p:nvSpPr>
          <p:cNvPr id="361477" name="Text Placeholder 12"/>
          <p:cNvSpPr>
            <a:spLocks noGrp="1"/>
          </p:cNvSpPr>
          <p:nvPr>
            <p:ph type="subTitle" idx="1" hasCustomPrompt="1"/>
          </p:nvPr>
        </p:nvSpPr>
        <p:spPr>
          <a:xfrm>
            <a:off x="274320" y="2252133"/>
            <a:ext cx="5200791" cy="30777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buFont typeface="Wingdings" pitchFamily="2" charset="2"/>
              <a:buNone/>
              <a:defRPr sz="2000" b="1" i="0" smtClean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0133" y="4374069"/>
            <a:ext cx="1630654" cy="2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895244"/>
      </p:ext>
    </p:extLst>
  </p:cSld>
  <p:clrMapOvr>
    <a:masterClrMapping/>
  </p:clrMapOvr>
  <p:transition spd="med">
    <p:wipe dir="r"/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_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50644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182880" tIns="137160" rIns="137160" bIns="13716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</a:pPr>
            <a:endParaRPr lang="en-US" sz="2000" err="1">
              <a:solidFill>
                <a:schemeClr val="bg2"/>
              </a:solidFill>
              <a:latin typeface="+mn-lt"/>
            </a:endParaRPr>
          </a:p>
        </p:txBody>
      </p:sp>
      <p:sp>
        <p:nvSpPr>
          <p:cNvPr id="361476" name="Title Placeholder 21"/>
          <p:cNvSpPr>
            <a:spLocks noGrp="1"/>
          </p:cNvSpPr>
          <p:nvPr>
            <p:ph type="ctrTitle" hasCustomPrompt="1"/>
          </p:nvPr>
        </p:nvSpPr>
        <p:spPr>
          <a:xfrm>
            <a:off x="274320" y="294162"/>
            <a:ext cx="5200791" cy="1661993"/>
          </a:xfrm>
          <a:prstGeom prst="rect">
            <a:avLst/>
          </a:prstGeom>
        </p:spPr>
        <p:txBody>
          <a:bodyPr wrap="square" lIns="0" rIns="0" anchor="b" anchorCtr="0">
            <a:norm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5400" b="0" i="0" smtClean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</a:t>
            </a:r>
            <a:br>
              <a:rPr lang="en-US"/>
            </a:br>
            <a:r>
              <a:rPr lang="en-US"/>
              <a:t>title slide</a:t>
            </a:r>
          </a:p>
        </p:txBody>
      </p:sp>
      <p:sp>
        <p:nvSpPr>
          <p:cNvPr id="361477" name="Text Placeholder 12"/>
          <p:cNvSpPr>
            <a:spLocks noGrp="1"/>
          </p:cNvSpPr>
          <p:nvPr>
            <p:ph type="subTitle" idx="1" hasCustomPrompt="1"/>
          </p:nvPr>
        </p:nvSpPr>
        <p:spPr>
          <a:xfrm>
            <a:off x="274320" y="2252133"/>
            <a:ext cx="5200791" cy="30777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buFont typeface="Wingdings" pitchFamily="2" charset="2"/>
              <a:buNone/>
              <a:defRPr sz="2000" b="1" i="0" smtClean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0133" y="4374069"/>
            <a:ext cx="1630654" cy="2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932696"/>
      </p:ext>
    </p:extLst>
  </p:cSld>
  <p:clrMapOvr>
    <a:masterClrMapping/>
  </p:clrMapOvr>
  <p:transition spd="med">
    <p:wipe dir="r"/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Bod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318" y="264629"/>
            <a:ext cx="7955280" cy="640080"/>
          </a:xfrm>
          <a:prstGeom prst="rect">
            <a:avLst/>
          </a:prstGeom>
        </p:spPr>
        <p:txBody>
          <a:bodyPr lIns="0" rIns="0"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content 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74319" y="1280160"/>
            <a:ext cx="7955279" cy="3200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None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73088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 baseline="0">
                <a:solidFill>
                  <a:schemeClr val="bg2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4245431406"/>
      </p:ext>
    </p:extLst>
  </p:cSld>
  <p:clrMapOvr>
    <a:masterClrMapping/>
  </p:clrMapOvr>
  <p:transition spd="med">
    <p:wipe dir="r"/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Bulleted bod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319" y="265272"/>
            <a:ext cx="7955280" cy="640080"/>
          </a:xfrm>
          <a:prstGeom prst="rect">
            <a:avLst/>
          </a:prstGeom>
        </p:spPr>
        <p:txBody>
          <a:bodyPr lIns="0" rIns="0"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content 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74319" y="1280160"/>
            <a:ext cx="7955279" cy="3200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73088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 baseline="0">
                <a:solidFill>
                  <a:schemeClr val="bg2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57430762"/>
      </p:ext>
    </p:extLst>
  </p:cSld>
  <p:clrMapOvr>
    <a:masterClrMapping/>
  </p:clrMapOvr>
  <p:transition spd="med">
    <p:wipe dir="r"/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274319" y="1097280"/>
            <a:ext cx="7955280" cy="2388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319" y="265271"/>
            <a:ext cx="7955280" cy="640080"/>
          </a:xfrm>
          <a:prstGeom prst="rect">
            <a:avLst/>
          </a:prstGeom>
        </p:spPr>
        <p:txBody>
          <a:bodyPr lIns="0" rIns="0">
            <a:normAutofit/>
          </a:bodyPr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content page title 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74320" y="1554480"/>
            <a:ext cx="7955280" cy="301752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73088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 baseline="0">
                <a:solidFill>
                  <a:schemeClr val="bg2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4604181"/>
      </p:ext>
    </p:extLst>
  </p:cSld>
  <p:clrMapOvr>
    <a:masterClrMapping/>
  </p:clrMapOvr>
  <p:transition spd="med">
    <p:wipe dir="r"/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wo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319" y="265272"/>
            <a:ext cx="7955280" cy="640080"/>
          </a:xfrm>
          <a:prstGeom prst="rect">
            <a:avLst/>
          </a:prstGeom>
        </p:spPr>
        <p:txBody>
          <a:bodyPr lIns="0" rIns="0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content page title 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274320" y="1280160"/>
            <a:ext cx="3840480" cy="3200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defRPr sz="140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74675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4pPr>
            <a:lvl5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4" hasCustomPrompt="1"/>
          </p:nvPr>
        </p:nvSpPr>
        <p:spPr>
          <a:xfrm>
            <a:off x="4389120" y="1280160"/>
            <a:ext cx="3840480" cy="3200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defRPr sz="140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74675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4pPr>
            <a:lvl5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98411892"/>
      </p:ext>
    </p:extLst>
  </p:cSld>
  <p:clrMapOvr>
    <a:masterClrMapping/>
  </p:clrMapOvr>
  <p:transition spd="med">
    <p:wipe dir="r"/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left margi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70166" y="267705"/>
            <a:ext cx="4285279" cy="640080"/>
          </a:xfrm>
          <a:prstGeom prst="rect">
            <a:avLst/>
          </a:prstGeom>
        </p:spPr>
        <p:txBody>
          <a:bodyPr lIns="0" rIns="0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content page title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270166" y="1280160"/>
            <a:ext cx="4283860" cy="3200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defRPr sz="140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74675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000" b="0">
                <a:solidFill>
                  <a:schemeClr val="bg2"/>
                </a:solidFill>
                <a:latin typeface="Museo Sans For Dell" pitchFamily="2" charset="0"/>
              </a:defRPr>
            </a:lvl4pPr>
            <a:lvl5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6485518"/>
      </p:ext>
    </p:extLst>
  </p:cSld>
  <p:clrMapOvr>
    <a:masterClrMapping/>
  </p:clrMapOvr>
  <p:transition spd="med">
    <p:wipe dir="r"/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left margin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74320" y="267706"/>
            <a:ext cx="4865304" cy="486332"/>
          </a:xfrm>
          <a:prstGeom prst="rect">
            <a:avLst/>
          </a:prstGeom>
        </p:spPr>
        <p:txBody>
          <a:bodyPr lIns="0" rIns="0"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content 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74320" y="1280160"/>
            <a:ext cx="4297680" cy="3200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73088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 baseline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274320" y="819150"/>
            <a:ext cx="4297680" cy="2388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3040980120"/>
      </p:ext>
    </p:extLst>
  </p:cSld>
  <p:clrMapOvr>
    <a:masterClrMapping/>
  </p:clrMapOvr>
  <p:transition spd="med">
    <p:wipe dir="r"/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left margin with subhead and two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74320" y="267706"/>
            <a:ext cx="4297680" cy="664797"/>
          </a:xfrm>
          <a:prstGeom prst="rect">
            <a:avLst/>
          </a:prstGeom>
        </p:spPr>
        <p:txBody>
          <a:bodyPr lIns="0" rIns="0"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content </a:t>
            </a:r>
            <a:br>
              <a:rPr lang="en-US"/>
            </a:br>
            <a:r>
              <a:rPr lang="en-US"/>
              <a:t>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74320" y="1554480"/>
            <a:ext cx="4297680" cy="301752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73088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 baseline="0">
                <a:solidFill>
                  <a:schemeClr val="bg2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274320" y="1159646"/>
            <a:ext cx="4297680" cy="2388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963793958"/>
      </p:ext>
    </p:extLst>
  </p:cSld>
  <p:clrMapOvr>
    <a:masterClrMapping/>
  </p:clrMapOvr>
  <p:transition spd="med">
    <p:wipe dir="r"/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_No bod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319" y="265272"/>
            <a:ext cx="7955280" cy="664797"/>
          </a:xfrm>
          <a:prstGeom prst="rect">
            <a:avLst/>
          </a:prstGeom>
        </p:spPr>
        <p:txBody>
          <a:bodyPr lIns="0" rIns="0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content page title</a:t>
            </a:r>
          </a:p>
        </p:txBody>
      </p:sp>
    </p:spTree>
    <p:extLst>
      <p:ext uri="{BB962C8B-B14F-4D97-AF65-F5344CB8AC3E}">
        <p14:creationId xmlns:p14="http://schemas.microsoft.com/office/powerpoint/2010/main" val="1698347882"/>
      </p:ext>
    </p:extLst>
  </p:cSld>
  <p:clrMapOvr>
    <a:masterClrMapping/>
  </p:clrMapOvr>
  <p:transition spd="med">
    <p:wipe dir="r"/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1726033"/>
      </p:ext>
    </p:extLst>
  </p:cSld>
  <p:clrMapOvr>
    <a:masterClrMapping/>
  </p:clrMapOvr>
  <p:transition spd="med">
    <p:wipe dir="r"/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_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5075" y="-10893"/>
            <a:ext cx="9143999" cy="5154393"/>
            <a:chOff x="5075" y="-10893"/>
            <a:chExt cx="9143999" cy="5154393"/>
          </a:xfrm>
        </p:grpSpPr>
        <p:pic>
          <p:nvPicPr>
            <p:cNvPr id="9" name="Picture 8" descr="GettyImages-538180512.jpg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flipH="1">
              <a:off x="5075" y="0"/>
              <a:ext cx="9138925" cy="5143500"/>
            </a:xfrm>
            <a:prstGeom prst="rect">
              <a:avLst/>
            </a:prstGeom>
          </p:spPr>
        </p:pic>
        <p:sp>
          <p:nvSpPr>
            <p:cNvPr id="10" name="Rectangle 9"/>
            <p:cNvSpPr/>
            <p:nvPr/>
          </p:nvSpPr>
          <p:spPr>
            <a:xfrm>
              <a:off x="5075" y="-10893"/>
              <a:ext cx="9143999" cy="5154393"/>
            </a:xfrm>
            <a:prstGeom prst="rect">
              <a:avLst/>
            </a:prstGeom>
            <a:gradFill>
              <a:gsLst>
                <a:gs pos="25000">
                  <a:schemeClr val="tx1">
                    <a:lumMod val="75000"/>
                    <a:alpha val="0"/>
                  </a:schemeClr>
                </a:gs>
                <a:gs pos="73000">
                  <a:schemeClr val="bg2">
                    <a:alpha val="99000"/>
                  </a:schemeClr>
                </a:gs>
              </a:gsLst>
              <a:lin ang="8100000" scaled="1"/>
            </a:gradFill>
            <a:effectLst/>
          </p:spPr>
          <p:txBody>
            <a:bodyPr wrap="square" lIns="182880" tIns="137160" rIns="137160" bIns="137160" rtlCol="0" anchor="ctr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</a:pPr>
              <a:endParaRPr lang="en-US" sz="2000" err="1">
                <a:solidFill>
                  <a:srgbClr val="FFFFFF"/>
                </a:solidFill>
                <a:latin typeface="Arial" panose="020B0604020202020204"/>
              </a:endParaRPr>
            </a:p>
          </p:txBody>
        </p:sp>
      </p:grp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0133" y="4374069"/>
            <a:ext cx="1630654" cy="290800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274320" y="1748271"/>
            <a:ext cx="6850901" cy="1495794"/>
          </a:xfrm>
          <a:prstGeom prst="rect">
            <a:avLst/>
          </a:prstGeom>
        </p:spPr>
        <p:txBody>
          <a:bodyPr lIns="0" rIns="0" anchor="ctr" anchorCtr="0">
            <a:normAutofit/>
          </a:bodyPr>
          <a:lstStyle>
            <a:lvl1pPr>
              <a:defRPr sz="540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divider slide title  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0368" y="4838501"/>
            <a:ext cx="675925" cy="12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896886"/>
      </p:ext>
    </p:extLst>
  </p:cSld>
  <p:clrMapOvr>
    <a:masterClrMapping/>
  </p:clrMapOvr>
  <p:transition spd="med">
    <p:wipe dir="r"/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_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56780" cy="5150688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274320" y="1748271"/>
            <a:ext cx="6850901" cy="1495794"/>
          </a:xfrm>
          <a:prstGeom prst="rect">
            <a:avLst/>
          </a:prstGeom>
        </p:spPr>
        <p:txBody>
          <a:bodyPr lIns="0" rIns="0" anchor="ctr" anchorCtr="0">
            <a:normAutofit/>
          </a:bodyPr>
          <a:lstStyle>
            <a:lvl1pPr>
              <a:defRPr sz="540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divider slide title  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0368" y="4838501"/>
            <a:ext cx="675925" cy="12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464603"/>
      </p:ext>
    </p:extLst>
  </p:cSld>
  <p:clrMapOvr>
    <a:masterClrMapping/>
  </p:clrMapOvr>
  <p:transition spd="med">
    <p:wipe dir="r"/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_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9156778" cy="5150688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274320" y="1748271"/>
            <a:ext cx="6850901" cy="1495794"/>
          </a:xfrm>
          <a:prstGeom prst="rect">
            <a:avLst/>
          </a:prstGeom>
        </p:spPr>
        <p:txBody>
          <a:bodyPr lIns="0" rIns="0" anchor="ctr" anchorCtr="0">
            <a:normAutofit/>
          </a:bodyPr>
          <a:lstStyle>
            <a:lvl1pPr>
              <a:defRPr sz="540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divider slide title 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0368" y="4838501"/>
            <a:ext cx="675925" cy="12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691495"/>
      </p:ext>
    </p:extLst>
  </p:cSld>
  <p:clrMapOvr>
    <a:masterClrMapping/>
  </p:clrMapOvr>
  <p:transition spd="med">
    <p:wipe dir="r"/>
  </p:transition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_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9156778" cy="5150688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274320" y="1748271"/>
            <a:ext cx="6850901" cy="1495794"/>
          </a:xfrm>
          <a:prstGeom prst="rect">
            <a:avLst/>
          </a:prstGeom>
        </p:spPr>
        <p:txBody>
          <a:bodyPr lIns="0" rIns="0" anchor="ctr" anchorCtr="0">
            <a:normAutofit/>
          </a:bodyPr>
          <a:lstStyle>
            <a:lvl1pPr>
              <a:defRPr sz="540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divider slide title  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0368" y="4838501"/>
            <a:ext cx="675925" cy="12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510236"/>
      </p:ext>
    </p:extLst>
  </p:cSld>
  <p:clrMapOvr>
    <a:masterClrMapping/>
  </p:clrMapOvr>
  <p:transition spd="med">
    <p:wipe dir="r"/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_Blac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74320" y="1748271"/>
            <a:ext cx="6850901" cy="1495794"/>
          </a:xfrm>
          <a:prstGeom prst="rect">
            <a:avLst/>
          </a:prstGeom>
        </p:spPr>
        <p:txBody>
          <a:bodyPr lIns="0" rIns="0" anchor="ctr" anchorCtr="0">
            <a:normAutofit/>
          </a:bodyPr>
          <a:lstStyle>
            <a:lvl1pPr>
              <a:defRPr sz="54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divider slide title 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0368" y="4838501"/>
            <a:ext cx="675925" cy="12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559051"/>
      </p:ext>
    </p:extLst>
  </p:cSld>
  <p:clrMapOvr>
    <a:masterClrMapping/>
  </p:clrMapOvr>
  <p:transition spd="med">
    <p:wipe dir="r"/>
  </p:transition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_Carb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74320" y="1748271"/>
            <a:ext cx="6850901" cy="1495794"/>
          </a:xfrm>
          <a:prstGeom prst="rect">
            <a:avLst/>
          </a:prstGeom>
        </p:spPr>
        <p:txBody>
          <a:bodyPr lIns="0" rIns="0" anchor="ctr" anchorCtr="0">
            <a:normAutofit/>
          </a:bodyPr>
          <a:lstStyle>
            <a:lvl1pPr>
              <a:defRPr sz="54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divider slide title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0368" y="4838501"/>
            <a:ext cx="675925" cy="12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901151"/>
      </p:ext>
    </p:extLst>
  </p:cSld>
  <p:clrMapOvr>
    <a:masterClrMapping/>
  </p:clrMapOvr>
  <p:transition spd="med">
    <p:wipe dir="r"/>
  </p:transition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_Granite">
    <p:bg>
      <p:bgPr>
        <a:solidFill>
          <a:srgbClr val="808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74320" y="1748271"/>
            <a:ext cx="6850901" cy="1495794"/>
          </a:xfrm>
          <a:prstGeom prst="rect">
            <a:avLst/>
          </a:prstGeom>
        </p:spPr>
        <p:txBody>
          <a:bodyPr lIns="0" rIns="0" anchor="ctr" anchorCtr="0">
            <a:normAutofit/>
          </a:bodyPr>
          <a:lstStyle>
            <a:lvl1pPr>
              <a:defRPr sz="540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divider slide title  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0368" y="4838501"/>
            <a:ext cx="675925" cy="12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421648"/>
      </p:ext>
    </p:extLst>
  </p:cSld>
  <p:clrMapOvr>
    <a:masterClrMapping/>
  </p:clrMapOvr>
  <p:transition spd="med">
    <p:wipe dir="r"/>
  </p:transition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 slide_Blac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9161" y="2257138"/>
            <a:ext cx="3046048" cy="5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07685"/>
      </p:ext>
    </p:extLst>
  </p:cSld>
  <p:clrMapOvr>
    <a:masterClrMapping/>
  </p:clrMapOvr>
  <p:transition spd="med">
    <p:wipe dir="r"/>
  </p:transition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 slide Carb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9161" y="2257138"/>
            <a:ext cx="3046048" cy="5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17337"/>
      </p:ext>
    </p:extLst>
  </p:cSld>
  <p:clrMapOvr>
    <a:masterClrMapping/>
  </p:clrMapOvr>
  <p:transition spd="med">
    <p:wipe dir="r"/>
  </p:transition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 slide Granite">
    <p:bg>
      <p:bgPr>
        <a:solidFill>
          <a:srgbClr val="808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9161" y="2257138"/>
            <a:ext cx="3046048" cy="5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750326"/>
      </p:ext>
    </p:extLst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38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5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54.xml"/><Relationship Id="rId18" Type="http://schemas.openxmlformats.org/officeDocument/2006/relationships/slideLayout" Target="../slideLayouts/slideLayout59.xml"/><Relationship Id="rId26" Type="http://schemas.openxmlformats.org/officeDocument/2006/relationships/tags" Target="../tags/tag2.xml"/><Relationship Id="rId3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62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17" Type="http://schemas.openxmlformats.org/officeDocument/2006/relationships/slideLayout" Target="../slideLayouts/slideLayout58.xml"/><Relationship Id="rId25" Type="http://schemas.openxmlformats.org/officeDocument/2006/relationships/theme" Target="../theme/theme4.xml"/><Relationship Id="rId2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61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24" Type="http://schemas.openxmlformats.org/officeDocument/2006/relationships/slideLayout" Target="../slideLayouts/slideLayout65.xml"/><Relationship Id="rId5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56.xml"/><Relationship Id="rId23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51.xml"/><Relationship Id="rId19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55.xml"/><Relationship Id="rId22" Type="http://schemas.openxmlformats.org/officeDocument/2006/relationships/slideLayout" Target="../slideLayouts/slideLayout63.xml"/><Relationship Id="rId27" Type="http://schemas.openxmlformats.org/officeDocument/2006/relationships/image" Target="../media/image1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3.xml"/><Relationship Id="rId13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83.xml"/><Relationship Id="rId26" Type="http://schemas.openxmlformats.org/officeDocument/2006/relationships/slideLayout" Target="../slideLayouts/slideLayout91.xml"/><Relationship Id="rId3" Type="http://schemas.openxmlformats.org/officeDocument/2006/relationships/slideLayout" Target="../slideLayouts/slideLayout68.xml"/><Relationship Id="rId21" Type="http://schemas.openxmlformats.org/officeDocument/2006/relationships/slideLayout" Target="../slideLayouts/slideLayout86.xml"/><Relationship Id="rId7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7.xml"/><Relationship Id="rId17" Type="http://schemas.openxmlformats.org/officeDocument/2006/relationships/slideLayout" Target="../slideLayouts/slideLayout82.xml"/><Relationship Id="rId25" Type="http://schemas.openxmlformats.org/officeDocument/2006/relationships/slideLayout" Target="../slideLayouts/slideLayout90.xml"/><Relationship Id="rId2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81.xml"/><Relationship Id="rId20" Type="http://schemas.openxmlformats.org/officeDocument/2006/relationships/slideLayout" Target="../slideLayouts/slideLayout85.xml"/><Relationship Id="rId1" Type="http://schemas.openxmlformats.org/officeDocument/2006/relationships/slideLayout" Target="../slideLayouts/slideLayout66.xml"/><Relationship Id="rId6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6.xml"/><Relationship Id="rId24" Type="http://schemas.openxmlformats.org/officeDocument/2006/relationships/slideLayout" Target="../slideLayouts/slideLayout89.xml"/><Relationship Id="rId5" Type="http://schemas.openxmlformats.org/officeDocument/2006/relationships/slideLayout" Target="../slideLayouts/slideLayout70.xml"/><Relationship Id="rId15" Type="http://schemas.openxmlformats.org/officeDocument/2006/relationships/slideLayout" Target="../slideLayouts/slideLayout80.xml"/><Relationship Id="rId23" Type="http://schemas.openxmlformats.org/officeDocument/2006/relationships/slideLayout" Target="../slideLayouts/slideLayout88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75.xml"/><Relationship Id="rId19" Type="http://schemas.openxmlformats.org/officeDocument/2006/relationships/slideLayout" Target="../slideLayouts/slideLayout84.xml"/><Relationship Id="rId4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4.xml"/><Relationship Id="rId14" Type="http://schemas.openxmlformats.org/officeDocument/2006/relationships/slideLayout" Target="../slideLayouts/slideLayout79.xml"/><Relationship Id="rId22" Type="http://schemas.openxmlformats.org/officeDocument/2006/relationships/slideLayout" Target="../slideLayouts/slideLayout87.xml"/><Relationship Id="rId27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9.xml"/><Relationship Id="rId13" Type="http://schemas.openxmlformats.org/officeDocument/2006/relationships/slideLayout" Target="../slideLayouts/slideLayout104.xml"/><Relationship Id="rId18" Type="http://schemas.openxmlformats.org/officeDocument/2006/relationships/slideLayout" Target="../slideLayouts/slideLayout109.xml"/><Relationship Id="rId26" Type="http://schemas.openxmlformats.org/officeDocument/2006/relationships/slideLayout" Target="../slideLayouts/slideLayout117.xml"/><Relationship Id="rId3" Type="http://schemas.openxmlformats.org/officeDocument/2006/relationships/slideLayout" Target="../slideLayouts/slideLayout94.xml"/><Relationship Id="rId21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98.xml"/><Relationship Id="rId12" Type="http://schemas.openxmlformats.org/officeDocument/2006/relationships/slideLayout" Target="../slideLayouts/slideLayout103.xml"/><Relationship Id="rId17" Type="http://schemas.openxmlformats.org/officeDocument/2006/relationships/slideLayout" Target="../slideLayouts/slideLayout108.xml"/><Relationship Id="rId25" Type="http://schemas.openxmlformats.org/officeDocument/2006/relationships/slideLayout" Target="../slideLayouts/slideLayout116.xml"/><Relationship Id="rId2" Type="http://schemas.openxmlformats.org/officeDocument/2006/relationships/slideLayout" Target="../slideLayouts/slideLayout93.xml"/><Relationship Id="rId16" Type="http://schemas.openxmlformats.org/officeDocument/2006/relationships/slideLayout" Target="../slideLayouts/slideLayout107.xml"/><Relationship Id="rId20" Type="http://schemas.openxmlformats.org/officeDocument/2006/relationships/slideLayout" Target="../slideLayouts/slideLayout111.xml"/><Relationship Id="rId1" Type="http://schemas.openxmlformats.org/officeDocument/2006/relationships/slideLayout" Target="../slideLayouts/slideLayout92.xml"/><Relationship Id="rId6" Type="http://schemas.openxmlformats.org/officeDocument/2006/relationships/slideLayout" Target="../slideLayouts/slideLayout97.xml"/><Relationship Id="rId11" Type="http://schemas.openxmlformats.org/officeDocument/2006/relationships/slideLayout" Target="../slideLayouts/slideLayout102.xml"/><Relationship Id="rId24" Type="http://schemas.openxmlformats.org/officeDocument/2006/relationships/slideLayout" Target="../slideLayouts/slideLayout115.xml"/><Relationship Id="rId5" Type="http://schemas.openxmlformats.org/officeDocument/2006/relationships/slideLayout" Target="../slideLayouts/slideLayout96.xml"/><Relationship Id="rId15" Type="http://schemas.openxmlformats.org/officeDocument/2006/relationships/slideLayout" Target="../slideLayouts/slideLayout106.xml"/><Relationship Id="rId23" Type="http://schemas.openxmlformats.org/officeDocument/2006/relationships/slideLayout" Target="../slideLayouts/slideLayout114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101.xml"/><Relationship Id="rId19" Type="http://schemas.openxmlformats.org/officeDocument/2006/relationships/slideLayout" Target="../slideLayouts/slideLayout110.xml"/><Relationship Id="rId4" Type="http://schemas.openxmlformats.org/officeDocument/2006/relationships/slideLayout" Target="../slideLayouts/slideLayout95.xml"/><Relationship Id="rId9" Type="http://schemas.openxmlformats.org/officeDocument/2006/relationships/slideLayout" Target="../slideLayouts/slideLayout100.xml"/><Relationship Id="rId14" Type="http://schemas.openxmlformats.org/officeDocument/2006/relationships/slideLayout" Target="../slideLayouts/slideLayout105.xml"/><Relationship Id="rId22" Type="http://schemas.openxmlformats.org/officeDocument/2006/relationships/slideLayout" Target="../slideLayouts/slideLayout113.xml"/><Relationship Id="rId27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 hidden="1"/>
          <p:cNvSpPr txBox="1"/>
          <p:nvPr/>
        </p:nvSpPr>
        <p:spPr>
          <a:xfrm>
            <a:off x="1895476" y="4825328"/>
            <a:ext cx="649537" cy="12465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</a:pPr>
            <a:fld id="{E00CF047-7350-4707-AA1A-E56FA69586CC}" type="datetime1">
              <a:rPr lang="en-US" sz="900" smtClean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</a:rPr>
              <a:pPr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bg1"/>
                </a:buClr>
              </a:pPr>
              <a:t>12/5/2025</a:t>
            </a:fld>
            <a:endParaRPr lang="en-US" sz="900">
              <a:solidFill>
                <a:schemeClr val="bg2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13" name="TextBox 12" hidden="1"/>
          <p:cNvSpPr txBox="1"/>
          <p:nvPr/>
        </p:nvSpPr>
        <p:spPr>
          <a:xfrm>
            <a:off x="1895476" y="4825328"/>
            <a:ext cx="649537" cy="12465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</a:pPr>
            <a:fld id="{E00CF047-7350-4707-AA1A-E56FA69586CC}" type="datetime1">
              <a:rPr lang="en-US" sz="900" smtClean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</a:rPr>
              <a:pPr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bg1"/>
                </a:buClr>
              </a:pPr>
              <a:t>12/5/2025</a:t>
            </a:fld>
            <a:endParaRPr lang="en-US" sz="900">
              <a:solidFill>
                <a:schemeClr val="bg2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5274" y="4832722"/>
            <a:ext cx="0" cy="119905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/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endParaRPr lang="en-US" sz="850" kern="1200">
              <a:solidFill>
                <a:schemeClr val="bg2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95274" y="4832722"/>
            <a:ext cx="0" cy="119905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/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endParaRPr lang="en-US" sz="850" kern="1200">
              <a:solidFill>
                <a:schemeClr val="bg2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5274" y="4832722"/>
            <a:ext cx="141064" cy="119905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/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850" b="0" kern="1200" smtClean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pPr algn="r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850" b="0" kern="1200">
              <a:solidFill>
                <a:schemeClr val="bg2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289" y="4838853"/>
            <a:ext cx="675370" cy="12006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8776" y="4832722"/>
            <a:ext cx="192360" cy="119905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/>
          <a:p>
            <a: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r>
              <a:rPr lang="en-US" sz="850" kern="120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t>of Y</a:t>
            </a:r>
          </a:p>
        </p:txBody>
      </p:sp>
      <p:sp>
        <p:nvSpPr>
          <p:cNvPr id="15" name="fl" descr="                                              Internal Use - Confidential &#10;&#10;"/>
          <p:cNvSpPr txBox="1"/>
          <p:nvPr/>
        </p:nvSpPr>
        <p:spPr>
          <a:xfrm>
            <a:off x="0" y="4617720"/>
            <a:ext cx="9144000" cy="466794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l">
              <a:lnSpc>
                <a:spcPct val="9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sz="1000" b="0" i="0" u="none" baseline="0">
                <a:solidFill>
                  <a:srgbClr val="808080"/>
                </a:solidFill>
                <a:latin typeface="arial" panose="020B0604020202020204" pitchFamily="34" charset="0"/>
              </a:rPr>
              <a:t>                                              Internal Use - Confidential </a:t>
            </a:r>
          </a:p>
          <a:p>
            <a:pPr algn="l">
              <a:lnSpc>
                <a:spcPct val="90000"/>
              </a:lnSpc>
              <a:spcBef>
                <a:spcPts val="100"/>
              </a:spcBef>
              <a:spcAft>
                <a:spcPts val="100"/>
              </a:spcAft>
            </a:pPr>
            <a:endParaRPr lang="en-US" sz="1000" b="0" i="0" u="none" baseline="0">
              <a:solidFill>
                <a:srgbClr val="808080"/>
              </a:solidFill>
              <a:latin typeface="arial" panose="020B0604020202020204" pitchFamily="34" charset="0"/>
            </a:endParaRPr>
          </a:p>
          <a:p>
            <a:pPr algn="l">
              <a:lnSpc>
                <a:spcPct val="90000"/>
              </a:lnSpc>
              <a:spcBef>
                <a:spcPts val="100"/>
              </a:spcBef>
              <a:spcAft>
                <a:spcPts val="100"/>
              </a:spcAft>
            </a:pPr>
            <a:endParaRPr lang="en-US" sz="1000" b="0" i="0" u="none" baseline="0">
              <a:solidFill>
                <a:srgbClr val="808080"/>
              </a:solidFill>
              <a:latin typeface="arial" panose="020B0604020202020204" pitchFamily="34" charset="0"/>
            </a:endParaRPr>
          </a:p>
        </p:txBody>
      </p:sp>
      <p:sp>
        <p:nvSpPr>
          <p:cNvPr id="2" name="MSIPCMContentMarking" descr="{&quot;HashCode&quot;:-1912962988,&quot;Placement&quot;:&quot;Footer&quot;}">
            <a:extLst>
              <a:ext uri="{FF2B5EF4-FFF2-40B4-BE49-F238E27FC236}">
                <a16:creationId xmlns:a16="http://schemas.microsoft.com/office/drawing/2014/main" id="{6D06157E-A648-478B-AD52-BF62906FD16A}"/>
              </a:ext>
            </a:extLst>
          </p:cNvPr>
          <p:cNvSpPr txBox="1"/>
          <p:nvPr userDrawn="1"/>
        </p:nvSpPr>
        <p:spPr>
          <a:xfrm>
            <a:off x="0" y="4932427"/>
            <a:ext cx="1185008" cy="21107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>
                <a:schemeClr val="bg1"/>
              </a:buClr>
            </a:pPr>
            <a:r>
              <a:rPr lang="en-US" sz="700">
                <a:solidFill>
                  <a:srgbClr val="7F7F7F"/>
                </a:solidFill>
                <a:latin typeface="Calibri" panose="020F0502020204030204" pitchFamily="34" charset="0"/>
              </a:rPr>
              <a:t>Internal Use - Confidential</a:t>
            </a:r>
            <a:endParaRPr lang="en-US" sz="700" err="1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9482782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4427" r:id="rId1"/>
    <p:sldLayoutId id="2147484431" r:id="rId2"/>
    <p:sldLayoutId id="2147484432" r:id="rId3"/>
    <p:sldLayoutId id="2147484422" r:id="rId4"/>
    <p:sldLayoutId id="2147484400" r:id="rId5"/>
    <p:sldLayoutId id="2147484405" r:id="rId6"/>
    <p:sldLayoutId id="2147484436" r:id="rId7"/>
    <p:sldLayoutId id="2147484437" r:id="rId8"/>
    <p:sldLayoutId id="2147484438" r:id="rId9"/>
    <p:sldLayoutId id="2147484439" r:id="rId10"/>
    <p:sldLayoutId id="2147484440" r:id="rId11"/>
    <p:sldLayoutId id="2147484441" r:id="rId12"/>
    <p:sldLayoutId id="2147484442" r:id="rId13"/>
    <p:sldLayoutId id="2147484443" r:id="rId14"/>
    <p:sldLayoutId id="2147484444" r:id="rId15"/>
    <p:sldLayoutId id="2147484407" r:id="rId16"/>
    <p:sldLayoutId id="2147484433" r:id="rId17"/>
    <p:sldLayoutId id="2147484434" r:id="rId18"/>
    <p:sldLayoutId id="2147484425" r:id="rId19"/>
    <p:sldLayoutId id="2147484424" r:id="rId20"/>
    <p:sldLayoutId id="2147484423" r:id="rId21"/>
    <p:sldLayoutId id="2147484428" r:id="rId22"/>
    <p:sldLayoutId id="2147484429" r:id="rId23"/>
    <p:sldLayoutId id="2147484430" r:id="rId24"/>
  </p:sldLayoutIdLst>
  <p:transition spd="med">
    <p:wipe dir="r"/>
  </p:transition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0" cap="none" baseline="0">
          <a:solidFill>
            <a:schemeClr val="bg1"/>
          </a:solidFill>
          <a:latin typeface="+mj-lt"/>
          <a:ea typeface="Museo Sans For Dell" panose="02000000000000000000" pitchFamily="2" charset="0"/>
          <a:cs typeface="+mj-cs"/>
        </a:defRPr>
      </a:lvl1pPr>
      <a:lvl2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2pPr>
      <a:lvl3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3pPr>
      <a:lvl4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4pPr>
      <a:lvl5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5pPr>
      <a:lvl6pPr marL="4572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6pPr>
      <a:lvl7pPr marL="9144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7pPr>
      <a:lvl8pPr marL="13716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8pPr>
      <a:lvl9pPr marL="18288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9pPr>
    </p:titleStyle>
    <p:bodyStyle>
      <a:lvl1pPr marL="228600" indent="-228600" algn="l" rtl="0" eaLnBrk="1" fontAlgn="base" hangingPunct="1">
        <a:lnSpc>
          <a:spcPct val="100000"/>
        </a:lnSpc>
        <a:spcBef>
          <a:spcPts val="1200"/>
        </a:spcBef>
        <a:spcAft>
          <a:spcPts val="0"/>
        </a:spcAft>
        <a:buClr>
          <a:srgbClr val="AAAAAA"/>
        </a:buClr>
        <a:buFont typeface="Arial" pitchFamily="34" charset="0"/>
        <a:buChar char="•"/>
        <a:defRPr sz="1400">
          <a:solidFill>
            <a:srgbClr val="000000"/>
          </a:solidFill>
          <a:latin typeface="+mj-lt"/>
          <a:ea typeface="Museo Sans For Dell" pitchFamily="2" charset="0"/>
          <a:cs typeface="+mn-cs"/>
        </a:defRPr>
      </a:lvl1pPr>
      <a:lvl2pPr marL="574675" indent="-233363" algn="l" rtl="0" eaLnBrk="1" fontAlgn="base" hangingPunct="1">
        <a:lnSpc>
          <a:spcPct val="100000"/>
        </a:lnSpc>
        <a:spcBef>
          <a:spcPts val="300"/>
        </a:spcBef>
        <a:spcAft>
          <a:spcPts val="0"/>
        </a:spcAft>
        <a:buClr>
          <a:srgbClr val="AAAAAA"/>
        </a:buClr>
        <a:buFont typeface="Museo Sans For Dell" pitchFamily="2" charset="0"/>
        <a:buChar char="–"/>
        <a:defRPr sz="1200" baseline="0">
          <a:solidFill>
            <a:srgbClr val="000000"/>
          </a:solidFill>
          <a:latin typeface="+mj-lt"/>
          <a:ea typeface="Museo Sans For Dell" pitchFamily="2" charset="0"/>
        </a:defRPr>
      </a:lvl2pPr>
      <a:lvl3pPr marL="909638" indent="-220663" algn="l" rtl="0" eaLnBrk="1" fontAlgn="base" hangingPunct="1">
        <a:lnSpc>
          <a:spcPct val="100000"/>
        </a:lnSpc>
        <a:spcBef>
          <a:spcPts val="300"/>
        </a:spcBef>
        <a:spcAft>
          <a:spcPts val="0"/>
        </a:spcAft>
        <a:buClr>
          <a:srgbClr val="AAAAAA"/>
        </a:buClr>
        <a:buFont typeface="Museo Sans For Dell" pitchFamily="2" charset="0"/>
        <a:buChar char="›"/>
        <a:defRPr sz="1000" baseline="0">
          <a:solidFill>
            <a:srgbClr val="000000"/>
          </a:solidFill>
          <a:latin typeface="+mj-lt"/>
          <a:ea typeface="Museo Sans For Dell" pitchFamily="2" charset="0"/>
        </a:defRPr>
      </a:lvl3pPr>
      <a:lvl4pPr marL="1246188" indent="-222250" algn="l" rtl="0" eaLnBrk="1" fontAlgn="base" hangingPunct="1">
        <a:lnSpc>
          <a:spcPct val="90000"/>
        </a:lnSpc>
        <a:spcBef>
          <a:spcPts val="300"/>
        </a:spcBef>
        <a:spcAft>
          <a:spcPts val="0"/>
        </a:spcAft>
        <a:buClr>
          <a:srgbClr val="AAAAAA"/>
        </a:buClr>
        <a:buFont typeface="Courier New" panose="02070309020205020404" pitchFamily="49" charset="0"/>
        <a:buChar char="o"/>
        <a:defRPr sz="1000" baseline="0">
          <a:solidFill>
            <a:srgbClr val="000000"/>
          </a:solidFill>
          <a:latin typeface="+mj-lt"/>
          <a:ea typeface="Museo Sans For Dell" pitchFamily="2" charset="0"/>
        </a:defRPr>
      </a:lvl4pPr>
      <a:lvl5pPr marL="1608138" indent="-236538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bg1"/>
        </a:buClr>
        <a:buFont typeface="Museo For Dell 300" pitchFamily="50" charset="0"/>
        <a:buChar char="–"/>
        <a:defRPr sz="1800">
          <a:solidFill>
            <a:schemeClr val="bg2"/>
          </a:solidFill>
          <a:latin typeface="Museo Sans For Dell" pitchFamily="2" charset="0"/>
          <a:ea typeface="Museo Sans For Dell" pitchFamily="2" charset="0"/>
        </a:defRPr>
      </a:lvl5pPr>
      <a:lvl6pPr marL="20653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6pPr>
      <a:lvl7pPr marL="25225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7pPr>
      <a:lvl8pPr marL="29797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8pPr>
      <a:lvl9pPr marL="34369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084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D11A1A-4F3B-4CA4-94EF-AF2C0EA03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A11FAF-2BC9-4CB9-9509-642CAFF21E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BD196-26A2-4F86-A79C-97F76C9DC7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62F1F4-41E9-4F41-90F2-D46808B9E8DE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5E7B23-71FD-414E-87A1-794F6EB7AC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01F7A-722B-4088-8ADE-A76E6D72BA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BFFBAA-3523-4782-822F-DCC4E77E7E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849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54" r:id="rId1"/>
    <p:sldLayoutId id="2147484455" r:id="rId2"/>
    <p:sldLayoutId id="2147484456" r:id="rId3"/>
    <p:sldLayoutId id="2147484457" r:id="rId4"/>
    <p:sldLayoutId id="2147484458" r:id="rId5"/>
    <p:sldLayoutId id="2147484459" r:id="rId6"/>
    <p:sldLayoutId id="2147484460" r:id="rId7"/>
    <p:sldLayoutId id="2147484461" r:id="rId8"/>
    <p:sldLayoutId id="2147484462" r:id="rId9"/>
    <p:sldLayoutId id="2147484463" r:id="rId10"/>
    <p:sldLayoutId id="214748446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9"/>
          <p:cNvSpPr txBox="1"/>
          <p:nvPr/>
        </p:nvSpPr>
        <p:spPr>
          <a:xfrm>
            <a:off x="276034" y="5008514"/>
            <a:ext cx="94578" cy="831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76CE"/>
              </a:buClr>
              <a:buSzTx/>
              <a:buFontTx/>
              <a:buNone/>
              <a:tabLst/>
              <a:defRPr/>
            </a:pPr>
            <a:fld id="{58EC7406-F4CC-4ABF-902E-2AF4E70E5C0F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76CE"/>
                </a:buClr>
                <a:buSzTx/>
                <a:buFontTx/>
                <a:buNone/>
                <a:tabLst/>
                <a:defRPr/>
              </a:pPr>
              <a:t>‹#›</a:t>
            </a:fld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TextBox 16"/>
          <p:cNvSpPr txBox="1"/>
          <p:nvPr/>
        </p:nvSpPr>
        <p:spPr>
          <a:xfrm>
            <a:off x="393050" y="5008514"/>
            <a:ext cx="128240" cy="831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76CE"/>
              </a:buClr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of 8</a:t>
            </a:r>
          </a:p>
        </p:txBody>
      </p:sp>
      <p:sp>
        <p:nvSpPr>
          <p:cNvPr id="10" name="fl" descr="                              Dell - Internal Use - Confidential&#10;"/>
          <p:cNvSpPr txBox="1"/>
          <p:nvPr/>
        </p:nvSpPr>
        <p:spPr>
          <a:xfrm>
            <a:off x="669828" y="5007744"/>
            <a:ext cx="1194238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marL="0" marR="0" indent="0" defTabSz="914400" eaLnBrk="1" latinLnBrk="0" hangingPunct="1">
              <a:lnSpc>
                <a:spcPct val="90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Tx/>
              <a:buNone/>
              <a:tabLst/>
              <a:defRPr sz="600" b="0" i="0" u="none" baseline="0">
                <a:solidFill>
                  <a:srgbClr val="7F7F7F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Dell </a:t>
            </a: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</a:t>
            </a: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Internal Use </a:t>
            </a: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</a:t>
            </a: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Confidential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2309" y="4838808"/>
            <a:ext cx="1078992" cy="140268"/>
          </a:xfrm>
          <a:prstGeom prst="rect">
            <a:avLst/>
          </a:prstGeom>
        </p:spPr>
      </p:pic>
      <p:sp>
        <p:nvSpPr>
          <p:cNvPr id="7" name="TextBox 19"/>
          <p:cNvSpPr txBox="1"/>
          <p:nvPr userDrawn="1"/>
        </p:nvSpPr>
        <p:spPr>
          <a:xfrm>
            <a:off x="276034" y="5008514"/>
            <a:ext cx="94578" cy="831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76CE"/>
              </a:buClr>
              <a:buSzTx/>
              <a:buFontTx/>
              <a:buNone/>
              <a:tabLst/>
              <a:defRPr/>
            </a:pPr>
            <a:fld id="{58EC7406-F4CC-4ABF-902E-2AF4E70E5C0F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6858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76CE"/>
                </a:buClr>
                <a:buSzTx/>
                <a:buFontTx/>
                <a:buNone/>
                <a:tabLst/>
                <a:defRPr/>
              </a:pPr>
              <a:t>‹#›</a:t>
            </a:fld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" name="TextBox 16"/>
          <p:cNvSpPr txBox="1"/>
          <p:nvPr userDrawn="1"/>
        </p:nvSpPr>
        <p:spPr>
          <a:xfrm>
            <a:off x="393050" y="5008514"/>
            <a:ext cx="136256" cy="831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76CE"/>
              </a:buClr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of Y</a:t>
            </a:r>
          </a:p>
        </p:txBody>
      </p:sp>
    </p:spTree>
    <p:extLst>
      <p:ext uri="{BB962C8B-B14F-4D97-AF65-F5344CB8AC3E}">
        <p14:creationId xmlns:p14="http://schemas.microsoft.com/office/powerpoint/2010/main" val="4030772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46" r:id="rId1"/>
    <p:sldLayoutId id="2147484448" r:id="rId2"/>
    <p:sldLayoutId id="2147484450" r:id="rId3"/>
    <p:sldLayoutId id="2147484451" r:id="rId4"/>
    <p:sldLayoutId id="2147484452" r:id="rId5"/>
    <p:sldLayoutId id="2147484477" r:id="rId6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162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 hidden="1"/>
          <p:cNvSpPr txBox="1"/>
          <p:nvPr/>
        </p:nvSpPr>
        <p:spPr>
          <a:xfrm>
            <a:off x="1895476" y="4825328"/>
            <a:ext cx="649537" cy="12465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</a:pPr>
            <a:fld id="{E00CF047-7350-4707-AA1A-E56FA69586CC}" type="datetime1">
              <a:rPr lang="en-US" sz="900" smtClean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</a:rPr>
              <a:pPr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bg1"/>
                </a:buClr>
              </a:pPr>
              <a:t>12/5/2025</a:t>
            </a:fld>
            <a:endParaRPr lang="en-US" sz="900">
              <a:solidFill>
                <a:schemeClr val="bg2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13" name="TextBox 12" hidden="1"/>
          <p:cNvSpPr txBox="1"/>
          <p:nvPr/>
        </p:nvSpPr>
        <p:spPr>
          <a:xfrm>
            <a:off x="1895476" y="4825328"/>
            <a:ext cx="649537" cy="12465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</a:pPr>
            <a:fld id="{E00CF047-7350-4707-AA1A-E56FA69586CC}" type="datetime1">
              <a:rPr lang="en-US" sz="900" smtClean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</a:rPr>
              <a:pPr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bg1"/>
                </a:buClr>
              </a:pPr>
              <a:t>12/5/2025</a:t>
            </a:fld>
            <a:endParaRPr lang="en-US" sz="900">
              <a:solidFill>
                <a:schemeClr val="bg2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5274" y="4832722"/>
            <a:ext cx="0" cy="119905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/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endParaRPr lang="en-US" sz="850" kern="1200">
              <a:solidFill>
                <a:schemeClr val="bg2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95274" y="4832722"/>
            <a:ext cx="0" cy="119905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/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endParaRPr lang="en-US" sz="850" kern="1200">
              <a:solidFill>
                <a:schemeClr val="bg2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5274" y="4832722"/>
            <a:ext cx="141064" cy="119905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/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850" b="0" kern="1200" smtClean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pPr algn="r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850" b="0" kern="1200">
              <a:solidFill>
                <a:schemeClr val="bg2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289" y="4838853"/>
            <a:ext cx="675370" cy="12006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8776" y="4832722"/>
            <a:ext cx="192360" cy="119905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/>
          <a:p>
            <a: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r>
              <a:rPr lang="en-US" sz="850" kern="120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t>of Y</a:t>
            </a:r>
          </a:p>
        </p:txBody>
      </p:sp>
      <p:sp>
        <p:nvSpPr>
          <p:cNvPr id="15" name="fl" descr="                                              Internal Use - Confidential &#10;&#10;"/>
          <p:cNvSpPr txBox="1"/>
          <p:nvPr/>
        </p:nvSpPr>
        <p:spPr>
          <a:xfrm>
            <a:off x="1855114" y="4715156"/>
            <a:ext cx="1545295" cy="466794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l">
              <a:lnSpc>
                <a:spcPct val="9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sz="1000" b="0" i="0" u="none" baseline="0">
                <a:solidFill>
                  <a:srgbClr val="808080"/>
                </a:solidFill>
                <a:latin typeface="arial" panose="020B0604020202020204" pitchFamily="34" charset="0"/>
              </a:rPr>
              <a:t>  Internal Use - Confidential</a:t>
            </a:r>
          </a:p>
          <a:p>
            <a:pPr algn="l">
              <a:lnSpc>
                <a:spcPct val="90000"/>
              </a:lnSpc>
              <a:spcBef>
                <a:spcPts val="100"/>
              </a:spcBef>
              <a:spcAft>
                <a:spcPts val="100"/>
              </a:spcAft>
            </a:pPr>
            <a:endParaRPr lang="en-US" sz="1000" b="0" i="0" u="none" baseline="0">
              <a:solidFill>
                <a:srgbClr val="808080"/>
              </a:solidFill>
              <a:latin typeface="arial" panose="020B0604020202020204" pitchFamily="34" charset="0"/>
            </a:endParaRPr>
          </a:p>
          <a:p>
            <a:pPr algn="l">
              <a:lnSpc>
                <a:spcPct val="90000"/>
              </a:lnSpc>
              <a:spcBef>
                <a:spcPts val="100"/>
              </a:spcBef>
              <a:spcAft>
                <a:spcPts val="100"/>
              </a:spcAft>
            </a:pPr>
            <a:endParaRPr lang="en-US" sz="1000" b="0" i="0" u="none" baseline="0">
              <a:solidFill>
                <a:srgbClr val="808080"/>
              </a:solidFill>
              <a:latin typeface="arial" panose="020B0604020202020204" pitchFamily="34" charset="0"/>
            </a:endParaRPr>
          </a:p>
        </p:txBody>
      </p:sp>
      <p:sp>
        <p:nvSpPr>
          <p:cNvPr id="2" name="MSIPCMContentMarking" descr="{&quot;HashCode&quot;:-1912962988,&quot;Placement&quot;:&quot;Footer&quot;}">
            <a:extLst>
              <a:ext uri="{FF2B5EF4-FFF2-40B4-BE49-F238E27FC236}">
                <a16:creationId xmlns:a16="http://schemas.microsoft.com/office/drawing/2014/main" id="{40DFD091-530F-4707-9896-3032862F5524}"/>
              </a:ext>
            </a:extLst>
          </p:cNvPr>
          <p:cNvSpPr txBox="1"/>
          <p:nvPr userDrawn="1"/>
        </p:nvSpPr>
        <p:spPr>
          <a:xfrm>
            <a:off x="0" y="4932427"/>
            <a:ext cx="1185008" cy="21107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>
                <a:schemeClr val="bg1"/>
              </a:buClr>
            </a:pPr>
            <a:r>
              <a:rPr lang="en-US" sz="700">
                <a:solidFill>
                  <a:srgbClr val="7F7F7F"/>
                </a:solidFill>
                <a:latin typeface="Calibri" panose="020F0502020204030204" pitchFamily="34" charset="0"/>
              </a:rPr>
              <a:t>Internal Use - Confidential</a:t>
            </a:r>
            <a:endParaRPr lang="en-US" sz="700" err="1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</p:spTree>
    <p:custDataLst>
      <p:tags r:id="rId26"/>
    </p:custDataLst>
    <p:extLst>
      <p:ext uri="{BB962C8B-B14F-4D97-AF65-F5344CB8AC3E}">
        <p14:creationId xmlns:p14="http://schemas.microsoft.com/office/powerpoint/2010/main" val="2585294282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4482" r:id="rId1"/>
    <p:sldLayoutId id="2147484483" r:id="rId2"/>
    <p:sldLayoutId id="2147484484" r:id="rId3"/>
    <p:sldLayoutId id="2147484485" r:id="rId4"/>
    <p:sldLayoutId id="2147484486" r:id="rId5"/>
    <p:sldLayoutId id="2147484487" r:id="rId6"/>
    <p:sldLayoutId id="2147484488" r:id="rId7"/>
    <p:sldLayoutId id="2147484489" r:id="rId8"/>
    <p:sldLayoutId id="2147484490" r:id="rId9"/>
    <p:sldLayoutId id="2147484491" r:id="rId10"/>
    <p:sldLayoutId id="2147484492" r:id="rId11"/>
    <p:sldLayoutId id="2147484493" r:id="rId12"/>
    <p:sldLayoutId id="2147484494" r:id="rId13"/>
    <p:sldLayoutId id="2147484495" r:id="rId14"/>
    <p:sldLayoutId id="2147484496" r:id="rId15"/>
    <p:sldLayoutId id="2147484497" r:id="rId16"/>
    <p:sldLayoutId id="2147484498" r:id="rId17"/>
    <p:sldLayoutId id="2147484499" r:id="rId18"/>
    <p:sldLayoutId id="2147484500" r:id="rId19"/>
    <p:sldLayoutId id="2147484501" r:id="rId20"/>
    <p:sldLayoutId id="2147484502" r:id="rId21"/>
    <p:sldLayoutId id="2147484503" r:id="rId22"/>
    <p:sldLayoutId id="2147484504" r:id="rId23"/>
    <p:sldLayoutId id="2147484505" r:id="rId24"/>
  </p:sldLayoutIdLst>
  <p:transition spd="med">
    <p:wipe dir="r"/>
  </p:transition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0" cap="none" baseline="0">
          <a:solidFill>
            <a:schemeClr val="bg1"/>
          </a:solidFill>
          <a:latin typeface="+mj-lt"/>
          <a:ea typeface="Museo Sans For Dell" panose="02000000000000000000" pitchFamily="2" charset="0"/>
          <a:cs typeface="+mj-cs"/>
        </a:defRPr>
      </a:lvl1pPr>
      <a:lvl2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2pPr>
      <a:lvl3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3pPr>
      <a:lvl4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4pPr>
      <a:lvl5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5pPr>
      <a:lvl6pPr marL="4572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6pPr>
      <a:lvl7pPr marL="9144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7pPr>
      <a:lvl8pPr marL="13716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8pPr>
      <a:lvl9pPr marL="18288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9pPr>
    </p:titleStyle>
    <p:bodyStyle>
      <a:lvl1pPr marL="228600" indent="-228600" algn="l" rtl="0" eaLnBrk="1" fontAlgn="base" hangingPunct="1">
        <a:lnSpc>
          <a:spcPct val="100000"/>
        </a:lnSpc>
        <a:spcBef>
          <a:spcPts val="1200"/>
        </a:spcBef>
        <a:spcAft>
          <a:spcPts val="0"/>
        </a:spcAft>
        <a:buClr>
          <a:srgbClr val="AAAAAA"/>
        </a:buClr>
        <a:buFont typeface="Arial" pitchFamily="34" charset="0"/>
        <a:buChar char="•"/>
        <a:defRPr sz="1400">
          <a:solidFill>
            <a:srgbClr val="000000"/>
          </a:solidFill>
          <a:latin typeface="+mj-lt"/>
          <a:ea typeface="Museo Sans For Dell" pitchFamily="2" charset="0"/>
          <a:cs typeface="+mn-cs"/>
        </a:defRPr>
      </a:lvl1pPr>
      <a:lvl2pPr marL="574675" indent="-233363" algn="l" rtl="0" eaLnBrk="1" fontAlgn="base" hangingPunct="1">
        <a:lnSpc>
          <a:spcPct val="100000"/>
        </a:lnSpc>
        <a:spcBef>
          <a:spcPts val="300"/>
        </a:spcBef>
        <a:spcAft>
          <a:spcPts val="0"/>
        </a:spcAft>
        <a:buClr>
          <a:srgbClr val="AAAAAA"/>
        </a:buClr>
        <a:buFont typeface="Museo Sans For Dell" pitchFamily="2" charset="0"/>
        <a:buChar char="–"/>
        <a:defRPr sz="1200" baseline="0">
          <a:solidFill>
            <a:srgbClr val="000000"/>
          </a:solidFill>
          <a:latin typeface="+mj-lt"/>
          <a:ea typeface="Museo Sans For Dell" pitchFamily="2" charset="0"/>
        </a:defRPr>
      </a:lvl2pPr>
      <a:lvl3pPr marL="909638" indent="-220663" algn="l" rtl="0" eaLnBrk="1" fontAlgn="base" hangingPunct="1">
        <a:lnSpc>
          <a:spcPct val="100000"/>
        </a:lnSpc>
        <a:spcBef>
          <a:spcPts val="300"/>
        </a:spcBef>
        <a:spcAft>
          <a:spcPts val="0"/>
        </a:spcAft>
        <a:buClr>
          <a:srgbClr val="AAAAAA"/>
        </a:buClr>
        <a:buFont typeface="Museo Sans For Dell" pitchFamily="2" charset="0"/>
        <a:buChar char="›"/>
        <a:defRPr sz="1000" baseline="0">
          <a:solidFill>
            <a:srgbClr val="000000"/>
          </a:solidFill>
          <a:latin typeface="+mj-lt"/>
          <a:ea typeface="Museo Sans For Dell" pitchFamily="2" charset="0"/>
        </a:defRPr>
      </a:lvl3pPr>
      <a:lvl4pPr marL="1246188" indent="-222250" algn="l" rtl="0" eaLnBrk="1" fontAlgn="base" hangingPunct="1">
        <a:lnSpc>
          <a:spcPct val="90000"/>
        </a:lnSpc>
        <a:spcBef>
          <a:spcPts val="300"/>
        </a:spcBef>
        <a:spcAft>
          <a:spcPts val="0"/>
        </a:spcAft>
        <a:buClr>
          <a:srgbClr val="AAAAAA"/>
        </a:buClr>
        <a:buFont typeface="Courier New" panose="02070309020205020404" pitchFamily="49" charset="0"/>
        <a:buChar char="o"/>
        <a:defRPr sz="1000" baseline="0">
          <a:solidFill>
            <a:srgbClr val="000000"/>
          </a:solidFill>
          <a:latin typeface="+mj-lt"/>
          <a:ea typeface="Museo Sans For Dell" pitchFamily="2" charset="0"/>
        </a:defRPr>
      </a:lvl4pPr>
      <a:lvl5pPr marL="1608138" indent="-236538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bg1"/>
        </a:buClr>
        <a:buFont typeface="Museo For Dell 300" pitchFamily="50" charset="0"/>
        <a:buChar char="–"/>
        <a:defRPr sz="1800">
          <a:solidFill>
            <a:schemeClr val="bg2"/>
          </a:solidFill>
          <a:latin typeface="Museo Sans For Dell" pitchFamily="2" charset="0"/>
          <a:ea typeface="Museo Sans For Dell" pitchFamily="2" charset="0"/>
        </a:defRPr>
      </a:lvl5pPr>
      <a:lvl6pPr marL="20653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6pPr>
      <a:lvl7pPr marL="25225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7pPr>
      <a:lvl8pPr marL="29797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8pPr>
      <a:lvl9pPr marL="34369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084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2881" y="4838854"/>
            <a:ext cx="675370" cy="120065"/>
          </a:xfrm>
          <a:prstGeom prst="rect">
            <a:avLst/>
          </a:prstGeom>
        </p:spPr>
      </p:pic>
      <p:sp>
        <p:nvSpPr>
          <p:cNvPr id="8" name="TextBox 19">
            <a:extLst>
              <a:ext uri="{FF2B5EF4-FFF2-40B4-BE49-F238E27FC236}">
                <a16:creationId xmlns:a16="http://schemas.microsoft.com/office/drawing/2014/main" id="{43D46D31-FD3E-41D3-8C4A-8B08DEE41E02}"/>
              </a:ext>
            </a:extLst>
          </p:cNvPr>
          <p:cNvSpPr txBox="1"/>
          <p:nvPr userDrawn="1"/>
        </p:nvSpPr>
        <p:spPr>
          <a:xfrm>
            <a:off x="276035" y="5008514"/>
            <a:ext cx="94578" cy="831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600" b="0" kern="1200" smtClean="0">
                <a:solidFill>
                  <a:srgbClr val="808080"/>
                </a:solidFill>
                <a:latin typeface="Arial" panose="020B0604020202020204" pitchFamily="34" charset="0"/>
                <a:ea typeface="+mn-ea"/>
                <a:cs typeface="+mn-cs"/>
              </a:rPr>
              <a:pPr algn="r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600" b="0" kern="1200">
              <a:solidFill>
                <a:srgbClr val="808080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" name="MSIPCMContentMarking" descr="{&quot;HashCode&quot;:-1912962988,&quot;Placement&quot;:&quot;Footer&quot;}">
            <a:extLst>
              <a:ext uri="{FF2B5EF4-FFF2-40B4-BE49-F238E27FC236}">
                <a16:creationId xmlns:a16="http://schemas.microsoft.com/office/drawing/2014/main" id="{8FA5A1FA-FD97-4BF6-A0A5-77604FCC2F4E}"/>
              </a:ext>
            </a:extLst>
          </p:cNvPr>
          <p:cNvSpPr txBox="1"/>
          <p:nvPr userDrawn="1"/>
        </p:nvSpPr>
        <p:spPr>
          <a:xfrm>
            <a:off x="0" y="4932427"/>
            <a:ext cx="1185008" cy="21107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700">
                <a:solidFill>
                  <a:srgbClr val="7F7F7F"/>
                </a:solidFill>
                <a:latin typeface="Calibri" panose="020F0502020204030204" pitchFamily="34" charset="0"/>
              </a:rPr>
              <a:t>Internal Use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786712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44" r:id="rId1"/>
    <p:sldLayoutId id="2147484545" r:id="rId2"/>
    <p:sldLayoutId id="2147484546" r:id="rId3"/>
    <p:sldLayoutId id="2147484547" r:id="rId4"/>
    <p:sldLayoutId id="2147484548" r:id="rId5"/>
    <p:sldLayoutId id="2147484549" r:id="rId6"/>
    <p:sldLayoutId id="2147484550" r:id="rId7"/>
    <p:sldLayoutId id="2147484551" r:id="rId8"/>
    <p:sldLayoutId id="2147484552" r:id="rId9"/>
    <p:sldLayoutId id="2147484553" r:id="rId10"/>
    <p:sldLayoutId id="2147484554" r:id="rId11"/>
    <p:sldLayoutId id="2147484555" r:id="rId12"/>
    <p:sldLayoutId id="2147484556" r:id="rId13"/>
    <p:sldLayoutId id="2147484557" r:id="rId14"/>
    <p:sldLayoutId id="2147484558" r:id="rId15"/>
    <p:sldLayoutId id="2147484559" r:id="rId16"/>
    <p:sldLayoutId id="2147484560" r:id="rId17"/>
    <p:sldLayoutId id="2147484561" r:id="rId18"/>
    <p:sldLayoutId id="2147484562" r:id="rId19"/>
    <p:sldLayoutId id="2147484563" r:id="rId20"/>
    <p:sldLayoutId id="2147484564" r:id="rId21"/>
    <p:sldLayoutId id="2147484565" r:id="rId22"/>
    <p:sldLayoutId id="2147484566" r:id="rId23"/>
    <p:sldLayoutId id="2147484567" r:id="rId24"/>
    <p:sldLayoutId id="2147484568" r:id="rId25"/>
    <p:sldLayoutId id="2147484569" r:id="rId26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1620">
          <p15:clr>
            <a:srgbClr val="F26B43"/>
          </p15:clr>
        </p15:guide>
        <p15:guide id="3" pos="5580">
          <p15:clr>
            <a:srgbClr val="F26B43"/>
          </p15:clr>
        </p15:guide>
        <p15:guide id="4" pos="180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 hidden="1"/>
          <p:cNvSpPr txBox="1"/>
          <p:nvPr/>
        </p:nvSpPr>
        <p:spPr>
          <a:xfrm>
            <a:off x="1895476" y="4825328"/>
            <a:ext cx="649537" cy="12465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</a:pPr>
            <a:fld id="{E00CF047-7350-4707-AA1A-E56FA69586CC}" type="datetime1">
              <a:rPr lang="en-US" sz="900" smtClean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</a:rPr>
              <a:pPr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bg1"/>
                </a:buClr>
              </a:pPr>
              <a:t>12/5/2025</a:t>
            </a:fld>
            <a:endParaRPr lang="en-US" sz="900">
              <a:solidFill>
                <a:schemeClr val="bg2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13" name="TextBox 12" hidden="1"/>
          <p:cNvSpPr txBox="1"/>
          <p:nvPr/>
        </p:nvSpPr>
        <p:spPr>
          <a:xfrm>
            <a:off x="1895476" y="4825328"/>
            <a:ext cx="649537" cy="12465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</a:pPr>
            <a:fld id="{E00CF047-7350-4707-AA1A-E56FA69586CC}" type="datetime1">
              <a:rPr lang="en-US" sz="900" smtClean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</a:rPr>
              <a:pPr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bg1"/>
                </a:buClr>
              </a:pPr>
              <a:t>12/5/2025</a:t>
            </a:fld>
            <a:endParaRPr lang="en-US" sz="900">
              <a:solidFill>
                <a:schemeClr val="bg2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5274" y="4832722"/>
            <a:ext cx="0" cy="119905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/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endParaRPr lang="en-US" sz="850" kern="1200" err="1">
              <a:solidFill>
                <a:schemeClr val="bg2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fl" descr="                              Dell - Internal Use - Confidential&#10;"/>
          <p:cNvSpPr txBox="1"/>
          <p:nvPr/>
        </p:nvSpPr>
        <p:spPr>
          <a:xfrm>
            <a:off x="0" y="4821428"/>
            <a:ext cx="2571217" cy="261097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l">
              <a:lnSpc>
                <a:spcPct val="9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sz="850" b="1" i="0" u="none" baseline="0">
                <a:solidFill>
                  <a:srgbClr val="7F7F7F"/>
                </a:solidFill>
                <a:latin typeface="+mn-lt"/>
              </a:rPr>
              <a:t>                              Dell - Internal Use - Confidential</a:t>
            </a:r>
          </a:p>
          <a:p>
            <a:pPr algn="l">
              <a:lnSpc>
                <a:spcPct val="90000"/>
              </a:lnSpc>
              <a:spcBef>
                <a:spcPts val="100"/>
              </a:spcBef>
              <a:spcAft>
                <a:spcPts val="100"/>
              </a:spcAft>
            </a:pPr>
            <a:endParaRPr lang="en-US" sz="850" b="1" i="0" u="none" baseline="0">
              <a:solidFill>
                <a:srgbClr val="7F7F7F"/>
              </a:solidFill>
              <a:latin typeface="+mn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95274" y="4832722"/>
            <a:ext cx="0" cy="119905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/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endParaRPr lang="en-US" sz="850" kern="1200" err="1">
              <a:solidFill>
                <a:schemeClr val="bg2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5274" y="4832722"/>
            <a:ext cx="141064" cy="119905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/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850" b="0" kern="1200" smtClean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pPr algn="r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850" b="0" kern="1200" err="1">
              <a:solidFill>
                <a:schemeClr val="bg2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289" y="4838853"/>
            <a:ext cx="675370" cy="120065"/>
          </a:xfrm>
          <a:prstGeom prst="rect">
            <a:avLst/>
          </a:prstGeom>
        </p:spPr>
      </p:pic>
      <p:sp>
        <p:nvSpPr>
          <p:cNvPr id="2" name="MSIPCMContentMarking" descr="{&quot;HashCode&quot;:-1912962988,&quot;Placement&quot;:&quot;Footer&quot;}">
            <a:extLst>
              <a:ext uri="{FF2B5EF4-FFF2-40B4-BE49-F238E27FC236}">
                <a16:creationId xmlns:a16="http://schemas.microsoft.com/office/drawing/2014/main" id="{959C04FC-0C59-4977-9DC9-2144AE3EF283}"/>
              </a:ext>
            </a:extLst>
          </p:cNvPr>
          <p:cNvSpPr txBox="1"/>
          <p:nvPr userDrawn="1"/>
        </p:nvSpPr>
        <p:spPr>
          <a:xfrm>
            <a:off x="0" y="4932427"/>
            <a:ext cx="1185008" cy="21107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>
                <a:schemeClr val="bg1"/>
              </a:buClr>
            </a:pPr>
            <a:r>
              <a:rPr lang="en-US" sz="700">
                <a:solidFill>
                  <a:srgbClr val="7F7F7F"/>
                </a:solidFill>
                <a:latin typeface="Calibri" panose="020F0502020204030204" pitchFamily="34" charset="0"/>
              </a:rPr>
              <a:t>Internal Use - Confidential</a:t>
            </a:r>
            <a:endParaRPr lang="en-US" sz="700" err="1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1333823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4571" r:id="rId1"/>
    <p:sldLayoutId id="2147484572" r:id="rId2"/>
    <p:sldLayoutId id="2147484573" r:id="rId3"/>
    <p:sldLayoutId id="2147484574" r:id="rId4"/>
    <p:sldLayoutId id="2147484575" r:id="rId5"/>
    <p:sldLayoutId id="2147484576" r:id="rId6"/>
    <p:sldLayoutId id="2147484577" r:id="rId7"/>
    <p:sldLayoutId id="2147484578" r:id="rId8"/>
    <p:sldLayoutId id="2147484579" r:id="rId9"/>
    <p:sldLayoutId id="2147484580" r:id="rId10"/>
    <p:sldLayoutId id="2147484581" r:id="rId11"/>
    <p:sldLayoutId id="2147484582" r:id="rId12"/>
    <p:sldLayoutId id="2147484583" r:id="rId13"/>
    <p:sldLayoutId id="2147484584" r:id="rId14"/>
    <p:sldLayoutId id="2147484585" r:id="rId15"/>
    <p:sldLayoutId id="2147484586" r:id="rId16"/>
    <p:sldLayoutId id="2147484587" r:id="rId17"/>
    <p:sldLayoutId id="2147484588" r:id="rId18"/>
    <p:sldLayoutId id="2147484589" r:id="rId19"/>
    <p:sldLayoutId id="2147484590" r:id="rId20"/>
    <p:sldLayoutId id="2147484591" r:id="rId21"/>
    <p:sldLayoutId id="2147484592" r:id="rId22"/>
    <p:sldLayoutId id="2147484593" r:id="rId23"/>
    <p:sldLayoutId id="2147484594" r:id="rId24"/>
    <p:sldLayoutId id="2147484595" r:id="rId25"/>
    <p:sldLayoutId id="2147484596" r:id="rId26"/>
  </p:sldLayoutIdLst>
  <p:transition spd="med">
    <p:wipe dir="r"/>
  </p:transition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0" cap="none" baseline="0">
          <a:solidFill>
            <a:schemeClr val="bg1"/>
          </a:solidFill>
          <a:latin typeface="+mj-lt"/>
          <a:ea typeface="Museo Sans For Dell" panose="02000000000000000000" pitchFamily="2" charset="0"/>
          <a:cs typeface="+mj-cs"/>
        </a:defRPr>
      </a:lvl1pPr>
      <a:lvl2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2pPr>
      <a:lvl3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3pPr>
      <a:lvl4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4pPr>
      <a:lvl5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5pPr>
      <a:lvl6pPr marL="4572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6pPr>
      <a:lvl7pPr marL="9144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7pPr>
      <a:lvl8pPr marL="13716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8pPr>
      <a:lvl9pPr marL="18288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9pPr>
    </p:titleStyle>
    <p:bodyStyle>
      <a:lvl1pPr marL="228600" indent="-228600" algn="l" rtl="0" eaLnBrk="1" fontAlgn="base" hangingPunct="1">
        <a:lnSpc>
          <a:spcPct val="100000"/>
        </a:lnSpc>
        <a:spcBef>
          <a:spcPts val="1200"/>
        </a:spcBef>
        <a:spcAft>
          <a:spcPts val="0"/>
        </a:spcAft>
        <a:buClr>
          <a:srgbClr val="AAAAAA"/>
        </a:buClr>
        <a:buFont typeface="Arial" pitchFamily="34" charset="0"/>
        <a:buChar char="•"/>
        <a:defRPr sz="1400">
          <a:solidFill>
            <a:srgbClr val="000000"/>
          </a:solidFill>
          <a:latin typeface="+mj-lt"/>
          <a:ea typeface="Museo Sans For Dell" pitchFamily="2" charset="0"/>
          <a:cs typeface="+mn-cs"/>
        </a:defRPr>
      </a:lvl1pPr>
      <a:lvl2pPr marL="574675" indent="-233363" algn="l" rtl="0" eaLnBrk="1" fontAlgn="base" hangingPunct="1">
        <a:lnSpc>
          <a:spcPct val="100000"/>
        </a:lnSpc>
        <a:spcBef>
          <a:spcPts val="300"/>
        </a:spcBef>
        <a:spcAft>
          <a:spcPts val="0"/>
        </a:spcAft>
        <a:buClr>
          <a:srgbClr val="AAAAAA"/>
        </a:buClr>
        <a:buFont typeface="Museo Sans For Dell" pitchFamily="2" charset="0"/>
        <a:buChar char="–"/>
        <a:defRPr sz="1200" baseline="0">
          <a:solidFill>
            <a:srgbClr val="000000"/>
          </a:solidFill>
          <a:latin typeface="+mj-lt"/>
          <a:ea typeface="Museo Sans For Dell" pitchFamily="2" charset="0"/>
        </a:defRPr>
      </a:lvl2pPr>
      <a:lvl3pPr marL="909638" indent="-220663" algn="l" rtl="0" eaLnBrk="1" fontAlgn="base" hangingPunct="1">
        <a:lnSpc>
          <a:spcPct val="100000"/>
        </a:lnSpc>
        <a:spcBef>
          <a:spcPts val="300"/>
        </a:spcBef>
        <a:spcAft>
          <a:spcPts val="0"/>
        </a:spcAft>
        <a:buClr>
          <a:srgbClr val="AAAAAA"/>
        </a:buClr>
        <a:buFont typeface="Museo Sans For Dell" pitchFamily="2" charset="0"/>
        <a:buChar char="›"/>
        <a:defRPr sz="1000" baseline="0">
          <a:solidFill>
            <a:srgbClr val="000000"/>
          </a:solidFill>
          <a:latin typeface="+mj-lt"/>
          <a:ea typeface="Museo Sans For Dell" pitchFamily="2" charset="0"/>
        </a:defRPr>
      </a:lvl3pPr>
      <a:lvl4pPr marL="1246188" indent="-222250" algn="l" rtl="0" eaLnBrk="1" fontAlgn="base" hangingPunct="1">
        <a:lnSpc>
          <a:spcPct val="90000"/>
        </a:lnSpc>
        <a:spcBef>
          <a:spcPts val="300"/>
        </a:spcBef>
        <a:spcAft>
          <a:spcPts val="0"/>
        </a:spcAft>
        <a:buClr>
          <a:srgbClr val="AAAAAA"/>
        </a:buClr>
        <a:buFont typeface="Courier New" panose="02070309020205020404" pitchFamily="49" charset="0"/>
        <a:buChar char="o"/>
        <a:defRPr sz="1000" baseline="0">
          <a:solidFill>
            <a:srgbClr val="000000"/>
          </a:solidFill>
          <a:latin typeface="+mj-lt"/>
          <a:ea typeface="Museo Sans For Dell" pitchFamily="2" charset="0"/>
        </a:defRPr>
      </a:lvl4pPr>
      <a:lvl5pPr marL="1608138" indent="-236538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bg1"/>
        </a:buClr>
        <a:buFont typeface="Museo For Dell 300" pitchFamily="50" charset="0"/>
        <a:buChar char="–"/>
        <a:defRPr sz="1800">
          <a:solidFill>
            <a:schemeClr val="bg2"/>
          </a:solidFill>
          <a:latin typeface="Museo Sans For Dell" pitchFamily="2" charset="0"/>
          <a:ea typeface="Museo Sans For Dell" pitchFamily="2" charset="0"/>
        </a:defRPr>
      </a:lvl5pPr>
      <a:lvl6pPr marL="20653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6pPr>
      <a:lvl7pPr marL="25225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7pPr>
      <a:lvl8pPr marL="29797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8pPr>
      <a:lvl9pPr marL="34369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084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7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26.sv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3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3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40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750" y="414337"/>
            <a:ext cx="8126730" cy="1524192"/>
          </a:xfrm>
        </p:spPr>
        <p:txBody>
          <a:bodyPr>
            <a:normAutofit/>
          </a:bodyPr>
          <a:lstStyle/>
          <a:p>
            <a:r>
              <a:rPr lang="en-IN"/>
              <a:t>The Speed of Trust</a:t>
            </a:r>
            <a:endParaRPr lang="en-US" sz="4000"/>
          </a:p>
        </p:txBody>
      </p:sp>
    </p:spTree>
    <p:extLst>
      <p:ext uri="{BB962C8B-B14F-4D97-AF65-F5344CB8AC3E}">
        <p14:creationId xmlns:p14="http://schemas.microsoft.com/office/powerpoint/2010/main" val="1370846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99B66-9328-8A23-1C84-228F75867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9AA3E-7CDE-A4F2-0801-B96B33BC2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Stakeholder Map – Journey Continues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4431CA-01FE-4C91-0CEE-013F93ED95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89267" y="911966"/>
            <a:ext cx="3451133" cy="3664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646533"/>
      </p:ext>
    </p:extLst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8550" y="341"/>
            <a:ext cx="7486650" cy="2492990"/>
          </a:xfrm>
        </p:spPr>
        <p:txBody>
          <a:bodyPr/>
          <a:lstStyle/>
          <a:p>
            <a:r>
              <a:rPr lang="en-US"/>
              <a:t>Trust</a:t>
            </a:r>
            <a:br>
              <a:rPr lang="en-US"/>
            </a:br>
            <a:br>
              <a:rPr lang="en-US"/>
            </a:br>
            <a:r>
              <a:rPr lang="en-US" sz="1800"/>
              <a:t>Why trust is important?</a:t>
            </a:r>
            <a:br>
              <a:rPr lang="en-US" sz="1800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174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74319" y="144103"/>
            <a:ext cx="7955280" cy="640080"/>
          </a:xfrm>
        </p:spPr>
        <p:txBody>
          <a:bodyPr/>
          <a:lstStyle/>
          <a:p>
            <a:r>
              <a:rPr lang="en-US"/>
              <a:t>Trust is the Performance multiplier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84007DC-D343-7D9C-D5D3-729243BE9C36}"/>
              </a:ext>
            </a:extLst>
          </p:cNvPr>
          <p:cNvSpPr txBox="1">
            <a:spLocks noGrp="1"/>
          </p:cNvSpPr>
          <p:nvPr>
            <p:ph sz="quarter" idx="10"/>
          </p:nvPr>
        </p:nvSpPr>
        <p:spPr>
          <a:xfrm>
            <a:off x="1359502" y="1210955"/>
            <a:ext cx="6122137" cy="132959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lIns="0" tIns="0" rIns="0" bIns="0" anchor="ctr" anchorCtr="0">
            <a:sp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33" kern="120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algn="ctr" defTabSz="685783">
              <a:buClrTx/>
            </a:pPr>
            <a:endParaRPr lang="en-US" sz="2000"/>
          </a:p>
          <a:p>
            <a:pPr algn="ctr" defTabSz="685783">
              <a:buClrTx/>
            </a:pPr>
            <a:r>
              <a:rPr lang="en-US" sz="2800" b="1"/>
              <a:t>S </a:t>
            </a:r>
            <a:r>
              <a:rPr lang="en-US" sz="2400"/>
              <a:t>x</a:t>
            </a:r>
            <a:r>
              <a:rPr lang="en-US" sz="2800" b="1"/>
              <a:t> E = R</a:t>
            </a:r>
          </a:p>
          <a:p>
            <a:pPr algn="ctr" defTabSz="685783">
              <a:buClrTx/>
            </a:pPr>
            <a:endParaRPr lang="en-US" sz="2000"/>
          </a:p>
          <a:p>
            <a:pPr algn="ctr" defTabSz="685783">
              <a:buClrTx/>
            </a:pPr>
            <a:r>
              <a:rPr lang="en-US" sz="1400"/>
              <a:t>(Strategy x Execution = Results)</a:t>
            </a:r>
            <a:br>
              <a:rPr lang="en-US" sz="1400"/>
            </a:br>
            <a:endParaRPr lang="en-US" sz="140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D361A3B-B202-EEF1-617C-28946CB60923}"/>
              </a:ext>
            </a:extLst>
          </p:cNvPr>
          <p:cNvSpPr txBox="1">
            <a:spLocks/>
          </p:cNvSpPr>
          <p:nvPr/>
        </p:nvSpPr>
        <p:spPr>
          <a:xfrm>
            <a:off x="1359502" y="2832323"/>
            <a:ext cx="6122137" cy="141269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wrap="square" lIns="0" tIns="0" rIns="0" bIns="0" anchor="ctr" anchorCtr="0">
            <a:spAutoFit/>
          </a:bodyPr>
          <a:lstStyle>
            <a:lvl1pPr marL="171450" indent="-171450" algn="l" defTabSz="914377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rgbClr val="808080"/>
              </a:buClr>
              <a:buFont typeface="Arial" panose="020B0604020202020204" pitchFamily="34" charset="0"/>
              <a:buNone/>
              <a:defRPr sz="3733" kern="120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514350" indent="-171450" algn="l" defTabSz="6858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Arial"/>
                <a:cs typeface="+mn-cs"/>
              </a:defRPr>
            </a:lvl2pPr>
            <a:lvl3pPr marL="858838" indent="-169863" algn="l" defTabSz="6858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Arial"/>
                <a:cs typeface="+mn-cs"/>
              </a:defRPr>
            </a:lvl3pPr>
            <a:lvl4pPr marL="1258888" indent="-230188" algn="l" defTabSz="6858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83" fontAlgn="auto">
              <a:buClrTx/>
            </a:pPr>
            <a:endParaRPr lang="en-US" sz="2000"/>
          </a:p>
          <a:p>
            <a:pPr algn="ctr" defTabSz="685783" fontAlgn="auto">
              <a:buClrTx/>
            </a:pPr>
            <a:r>
              <a:rPr lang="en-US" sz="2800" b="1"/>
              <a:t>(S </a:t>
            </a:r>
            <a:r>
              <a:rPr lang="en-US" sz="2400"/>
              <a:t>x</a:t>
            </a:r>
            <a:r>
              <a:rPr lang="en-US" sz="2800" b="1"/>
              <a:t> E) _______ = R</a:t>
            </a:r>
          </a:p>
          <a:p>
            <a:pPr algn="ctr" defTabSz="685783" fontAlgn="auto">
              <a:buClrTx/>
            </a:pPr>
            <a:endParaRPr lang="en-US" sz="2000"/>
          </a:p>
          <a:p>
            <a:pPr algn="ctr" defTabSz="685783" fontAlgn="auto">
              <a:buClrTx/>
            </a:pPr>
            <a:r>
              <a:rPr lang="en-US" sz="1400"/>
              <a:t>(Strategy x Execution)           = Results.</a:t>
            </a:r>
          </a:p>
          <a:p>
            <a:pPr algn="ctr" defTabSz="685783" fontAlgn="auto">
              <a:buClrTx/>
            </a:pPr>
            <a:endParaRPr lang="en-US" sz="2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387BD7-8680-53ED-34F3-63DC6AECB002}"/>
              </a:ext>
            </a:extLst>
          </p:cNvPr>
          <p:cNvSpPr txBox="1"/>
          <p:nvPr/>
        </p:nvSpPr>
        <p:spPr>
          <a:xfrm>
            <a:off x="4594860" y="3704809"/>
            <a:ext cx="6508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+mj-cs"/>
              </a:rPr>
              <a:t>Trust</a:t>
            </a:r>
            <a:endParaRPr lang="en-IN" sz="1400">
              <a:solidFill>
                <a:schemeClr val="tx2"/>
              </a:solidFill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3040A1-3190-1BC7-2253-7B5EDFEBDFF0}"/>
              </a:ext>
            </a:extLst>
          </p:cNvPr>
          <p:cNvSpPr txBox="1"/>
          <p:nvPr/>
        </p:nvSpPr>
        <p:spPr>
          <a:xfrm>
            <a:off x="4099560" y="2965005"/>
            <a:ext cx="11461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+mj-cs"/>
              </a:rPr>
              <a:t>Trust</a:t>
            </a:r>
            <a:endParaRPr lang="en-IN" sz="2800" b="1">
              <a:solidFill>
                <a:schemeClr val="tx2"/>
              </a:solidFill>
              <a:latin typeface="Arial" panose="020B0604020202020204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7883941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uiExpand="1" build="p" animBg="1"/>
      <p:bldP spid="7" grpId="0" uiExpand="1" build="allAtOnce" animBg="1"/>
      <p:bldP spid="3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92079-8F01-16BE-D1F6-F9C3A2CA9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5AAB6-F923-FB21-DAB2-0BA68EB35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19" y="271886"/>
            <a:ext cx="4815841" cy="481810"/>
          </a:xfrm>
        </p:spPr>
        <p:txBody>
          <a:bodyPr/>
          <a:lstStyle/>
          <a:p>
            <a:r>
              <a:rPr lang="en-US"/>
              <a:t>The 2 Pillars of Trust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B5C54792-4D4E-6724-BF64-890DC789F1F4}"/>
              </a:ext>
            </a:extLst>
          </p:cNvPr>
          <p:cNvSpPr txBox="1">
            <a:spLocks/>
          </p:cNvSpPr>
          <p:nvPr/>
        </p:nvSpPr>
        <p:spPr>
          <a:xfrm>
            <a:off x="1314447" y="3068289"/>
            <a:ext cx="6122137" cy="99719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wrap="square" lIns="0" tIns="0" rIns="0" bIns="0" anchor="ctr" anchorCtr="0">
            <a:spAutoFit/>
          </a:bodyPr>
          <a:lstStyle>
            <a:lvl1pPr marL="171450" indent="-171450" algn="l" defTabSz="914377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rgbClr val="808080"/>
              </a:buClr>
              <a:buFont typeface="Arial" panose="020B0604020202020204" pitchFamily="34" charset="0"/>
              <a:buNone/>
              <a:defRPr sz="3733" kern="120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514350" indent="-171450" algn="l" defTabSz="6858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Arial"/>
                <a:cs typeface="+mn-cs"/>
              </a:defRPr>
            </a:lvl2pPr>
            <a:lvl3pPr marL="858838" indent="-169863" algn="l" defTabSz="6858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Arial"/>
                <a:cs typeface="+mn-cs"/>
              </a:defRPr>
            </a:lvl3pPr>
            <a:lvl4pPr marL="1258888" indent="-230188" algn="l" defTabSz="6858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83" fontAlgn="auto">
              <a:buClrTx/>
            </a:pPr>
            <a:endParaRPr lang="en-US" sz="2000"/>
          </a:p>
          <a:p>
            <a:pPr algn="ctr" defTabSz="685783" fontAlgn="auto">
              <a:buClrTx/>
            </a:pPr>
            <a:r>
              <a:rPr lang="en-US" sz="3200"/>
              <a:t>2. Behaviors of Trust</a:t>
            </a:r>
          </a:p>
          <a:p>
            <a:pPr algn="ctr" defTabSz="685783" fontAlgn="auto">
              <a:buClrTx/>
            </a:pPr>
            <a:endParaRPr lang="en-US" sz="200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290D6100-3333-55B2-C348-3C29FCA2450D}"/>
              </a:ext>
            </a:extLst>
          </p:cNvPr>
          <p:cNvSpPr txBox="1">
            <a:spLocks/>
          </p:cNvSpPr>
          <p:nvPr/>
        </p:nvSpPr>
        <p:spPr>
          <a:xfrm>
            <a:off x="1314448" y="1570254"/>
            <a:ext cx="6122137" cy="99719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wrap="square" lIns="0" tIns="0" rIns="0" bIns="0" anchor="ctr" anchorCtr="0">
            <a:spAutoFit/>
          </a:bodyPr>
          <a:lstStyle>
            <a:lvl1pPr marL="171450" indent="-171450" algn="l" defTabSz="914377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rgbClr val="808080"/>
              </a:buClr>
              <a:buFont typeface="Arial" panose="020B0604020202020204" pitchFamily="34" charset="0"/>
              <a:buNone/>
              <a:defRPr sz="3733" kern="120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514350" indent="-171450" algn="l" defTabSz="6858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Arial"/>
                <a:cs typeface="+mn-cs"/>
              </a:defRPr>
            </a:lvl2pPr>
            <a:lvl3pPr marL="858838" indent="-169863" algn="l" defTabSz="6858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Arial"/>
                <a:cs typeface="+mn-cs"/>
              </a:defRPr>
            </a:lvl3pPr>
            <a:lvl4pPr marL="1258888" indent="-230188" algn="l" defTabSz="6858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83" fontAlgn="auto">
              <a:buClrTx/>
            </a:pPr>
            <a:endParaRPr lang="en-US" sz="2000"/>
          </a:p>
          <a:p>
            <a:pPr algn="ctr" defTabSz="685783" fontAlgn="auto">
              <a:buClrTx/>
            </a:pPr>
            <a:r>
              <a:rPr lang="en-US" sz="3200"/>
              <a:t>1. Foundations of Trust </a:t>
            </a:r>
          </a:p>
          <a:p>
            <a:pPr algn="ctr" defTabSz="685783" fontAlgn="auto">
              <a:buClrTx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065197966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7" grpId="0" build="allAtOnce" animBg="1"/>
      <p:bldP spid="30" grpId="0" build="allAtOnce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789BA-9886-4A4D-E4CF-F0820D09E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38C7D-05F0-500D-0EE0-390A527AC8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1878" y="752032"/>
            <a:ext cx="7486650" cy="747897"/>
          </a:xfrm>
        </p:spPr>
        <p:txBody>
          <a:bodyPr/>
          <a:lstStyle/>
          <a:p>
            <a:r>
              <a:rPr lang="en-IN"/>
              <a:t>Foundations of trust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14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4F6C8-AC64-D5F5-F777-CB128D974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27D10CF-DB7A-FB5D-CC4E-ED47DD08D38B}"/>
              </a:ext>
            </a:extLst>
          </p:cNvPr>
          <p:cNvSpPr txBox="1">
            <a:spLocks/>
          </p:cNvSpPr>
          <p:nvPr/>
        </p:nvSpPr>
        <p:spPr>
          <a:xfrm>
            <a:off x="285749" y="93511"/>
            <a:ext cx="8572500" cy="754053"/>
          </a:xfrm>
          <a:prstGeom prst="rect">
            <a:avLst/>
          </a:prstGeom>
        </p:spPr>
        <p:txBody>
          <a:bodyPr lIns="0" rIns="0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 baseline="0">
                <a:solidFill>
                  <a:srgbClr val="007DB8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/>
              <a:t>Rate yourself from 1–5 :</a:t>
            </a:r>
          </a:p>
          <a:p>
            <a:pPr fontAlgn="auto">
              <a:spcAft>
                <a:spcPts val="0"/>
              </a:spcAft>
            </a:pP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D987CE-A5EE-E35F-B3E4-5B31F7F69375}"/>
              </a:ext>
            </a:extLst>
          </p:cNvPr>
          <p:cNvSpPr txBox="1"/>
          <p:nvPr/>
        </p:nvSpPr>
        <p:spPr>
          <a:xfrm>
            <a:off x="285749" y="961026"/>
            <a:ext cx="6839952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/>
              <a:t>INTEGRITY  </a:t>
            </a:r>
          </a:p>
          <a:p>
            <a:r>
              <a:rPr lang="en-US" sz="1100"/>
              <a:t>1. I consistently make choices that reflect my values, even when no one notices.</a:t>
            </a:r>
          </a:p>
          <a:p>
            <a:r>
              <a:rPr lang="en-US" sz="1100"/>
              <a:t>2. I follow through on commitments even when my motivation drops.</a:t>
            </a:r>
          </a:p>
          <a:p>
            <a:r>
              <a:rPr lang="en-US" sz="1100"/>
              <a:t> </a:t>
            </a:r>
          </a:p>
          <a:p>
            <a:r>
              <a:rPr lang="en-US" sz="1100"/>
              <a:t> INTENT </a:t>
            </a:r>
          </a:p>
          <a:p>
            <a:r>
              <a:rPr lang="en-US" sz="1100"/>
              <a:t>1. People can feel that my actions come from a place of goodwill, not self-interest.</a:t>
            </a:r>
          </a:p>
          <a:p>
            <a:r>
              <a:rPr lang="en-US" sz="1100"/>
              <a:t>2. I prioritize doing what is right for the relationship, not just what is convenient for me.</a:t>
            </a:r>
          </a:p>
          <a:p>
            <a:r>
              <a:rPr lang="en-US" sz="1100"/>
              <a:t> </a:t>
            </a:r>
          </a:p>
          <a:p>
            <a:r>
              <a:rPr lang="en-US" sz="1100"/>
              <a:t> CAPABILITIES  </a:t>
            </a:r>
          </a:p>
          <a:p>
            <a:r>
              <a:rPr lang="en-US" sz="1100"/>
              <a:t>1. I intentionally push myself to grow instead of relying only on my current strengths.</a:t>
            </a:r>
          </a:p>
          <a:p>
            <a:r>
              <a:rPr lang="en-US" sz="1100"/>
              <a:t>2. I take responsibility to stay relevant by learning new skills before they are required.</a:t>
            </a:r>
          </a:p>
          <a:p>
            <a:r>
              <a:rPr lang="en-US" sz="1100"/>
              <a:t> </a:t>
            </a:r>
          </a:p>
          <a:p>
            <a:r>
              <a:rPr lang="en-US" sz="1100"/>
              <a:t>RESULTS  </a:t>
            </a:r>
          </a:p>
          <a:p>
            <a:r>
              <a:rPr lang="en-US" sz="1100"/>
              <a:t>1. I deliver the outcomes I commit to, even when obstacles arise.</a:t>
            </a:r>
          </a:p>
          <a:p>
            <a:r>
              <a:rPr lang="en-US" sz="1100"/>
              <a:t>2. People depend on me because I consistently turn intentions into measurable results.</a:t>
            </a:r>
          </a:p>
        </p:txBody>
      </p:sp>
    </p:spTree>
    <p:extLst>
      <p:ext uri="{BB962C8B-B14F-4D97-AF65-F5344CB8AC3E}">
        <p14:creationId xmlns:p14="http://schemas.microsoft.com/office/powerpoint/2010/main" val="1586685498"/>
      </p:ext>
    </p:extLst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9C07A-918C-FEA7-3879-E86F5D192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A462D4B-ADA6-25C9-C360-0D56B3BB8E18}"/>
              </a:ext>
            </a:extLst>
          </p:cNvPr>
          <p:cNvSpPr txBox="1">
            <a:spLocks/>
          </p:cNvSpPr>
          <p:nvPr/>
        </p:nvSpPr>
        <p:spPr>
          <a:xfrm>
            <a:off x="285749" y="93511"/>
            <a:ext cx="8572500" cy="754053"/>
          </a:xfrm>
          <a:prstGeom prst="rect">
            <a:avLst/>
          </a:prstGeom>
        </p:spPr>
        <p:txBody>
          <a:bodyPr lIns="0" rIns="0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 baseline="0">
                <a:solidFill>
                  <a:srgbClr val="007DB8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/>
              <a:t>Foundations of Trust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BF55CA0-4BC8-5E8E-FD0B-21A7E00D05BD}"/>
              </a:ext>
            </a:extLst>
          </p:cNvPr>
          <p:cNvCxnSpPr>
            <a:cxnSpLocks/>
          </p:cNvCxnSpPr>
          <p:nvPr/>
        </p:nvCxnSpPr>
        <p:spPr>
          <a:xfrm>
            <a:off x="201820" y="2833224"/>
            <a:ext cx="654855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504C1441-BF87-1A0F-8A86-724640C206E8}"/>
              </a:ext>
            </a:extLst>
          </p:cNvPr>
          <p:cNvSpPr txBox="1">
            <a:spLocks/>
          </p:cNvSpPr>
          <p:nvPr/>
        </p:nvSpPr>
        <p:spPr>
          <a:xfrm>
            <a:off x="2025454" y="1231861"/>
            <a:ext cx="2913955" cy="367024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33" kern="120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sz="1600">
                <a:solidFill>
                  <a:schemeClr val="bg1"/>
                </a:solidFill>
                <a:latin typeface="Roboto"/>
              </a:rPr>
              <a:t>Integrity</a:t>
            </a:r>
            <a:r>
              <a:rPr lang="en-US" sz="1500">
                <a:solidFill>
                  <a:schemeClr val="bg2"/>
                </a:solidFill>
              </a:rPr>
              <a:t> </a:t>
            </a:r>
          </a:p>
          <a:p>
            <a:r>
              <a:rPr lang="en-US" sz="1050">
                <a:solidFill>
                  <a:schemeClr val="bg2"/>
                </a:solidFill>
              </a:rPr>
              <a:t>(Consistency, Modesty and Courage)</a:t>
            </a:r>
            <a:endParaRPr lang="en-US" sz="1050" i="1">
              <a:solidFill>
                <a:schemeClr val="bg2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6587A63-59CE-05DA-3EA2-68CC36D8B1CE}"/>
              </a:ext>
            </a:extLst>
          </p:cNvPr>
          <p:cNvSpPr txBox="1">
            <a:spLocks/>
          </p:cNvSpPr>
          <p:nvPr/>
        </p:nvSpPr>
        <p:spPr>
          <a:xfrm>
            <a:off x="2040017" y="2156816"/>
            <a:ext cx="2154429" cy="383182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33" kern="120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sz="1600">
                <a:solidFill>
                  <a:schemeClr val="bg1"/>
                </a:solidFill>
                <a:latin typeface="Roboto"/>
              </a:rPr>
              <a:t>Intent</a:t>
            </a:r>
          </a:p>
          <a:p>
            <a:pPr lvl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</a:pPr>
            <a:r>
              <a:rPr lang="en-US" sz="1050" kern="0">
                <a:solidFill>
                  <a:srgbClr val="242852"/>
                </a:solidFill>
                <a:latin typeface="Arial"/>
                <a:cs typeface="Arial"/>
                <a:sym typeface="Arial"/>
              </a:rPr>
              <a:t>(Motive, Agenda and Behavior)</a:t>
            </a:r>
            <a:endParaRPr lang="en-US" sz="105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16" name="Graphic 15" descr="Badge 1 outline">
            <a:extLst>
              <a:ext uri="{FF2B5EF4-FFF2-40B4-BE49-F238E27FC236}">
                <a16:creationId xmlns:a16="http://schemas.microsoft.com/office/drawing/2014/main" id="{774E04EB-9C49-78BD-FAB3-7D2C221378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5064" y="1072473"/>
            <a:ext cx="685800" cy="685800"/>
          </a:xfrm>
          <a:prstGeom prst="rect">
            <a:avLst/>
          </a:prstGeom>
        </p:spPr>
      </p:pic>
      <p:pic>
        <p:nvPicPr>
          <p:cNvPr id="17" name="Graphic 16" descr="Badge outline">
            <a:extLst>
              <a:ext uri="{FF2B5EF4-FFF2-40B4-BE49-F238E27FC236}">
                <a16:creationId xmlns:a16="http://schemas.microsoft.com/office/drawing/2014/main" id="{FC9B8DD2-92EB-42AA-33C5-65AD30CDA3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5064" y="2031810"/>
            <a:ext cx="685800" cy="685800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B0A4811A-0F01-5AF4-62AA-53BBE63F3698}"/>
              </a:ext>
            </a:extLst>
          </p:cNvPr>
          <p:cNvSpPr txBox="1">
            <a:spLocks/>
          </p:cNvSpPr>
          <p:nvPr/>
        </p:nvSpPr>
        <p:spPr>
          <a:xfrm>
            <a:off x="285749" y="688136"/>
            <a:ext cx="997207" cy="221599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33" kern="120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sz="1600">
                <a:solidFill>
                  <a:schemeClr val="bg1"/>
                </a:solidFill>
              </a:rPr>
              <a:t>Character</a:t>
            </a:r>
            <a:endParaRPr lang="en-US" sz="1600" i="1">
              <a:solidFill>
                <a:schemeClr val="bg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DDC4BAE6-8610-5CE2-6802-FD79CE4B29B5}"/>
              </a:ext>
            </a:extLst>
          </p:cNvPr>
          <p:cNvSpPr txBox="1">
            <a:spLocks/>
          </p:cNvSpPr>
          <p:nvPr/>
        </p:nvSpPr>
        <p:spPr>
          <a:xfrm>
            <a:off x="2025454" y="3425503"/>
            <a:ext cx="2061637" cy="59093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33" kern="120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sz="1600">
                <a:solidFill>
                  <a:schemeClr val="bg1"/>
                </a:solidFill>
                <a:latin typeface="Roboto"/>
              </a:rPr>
              <a:t>Capabilities</a:t>
            </a:r>
          </a:p>
          <a:p>
            <a:pPr lvl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</a:pPr>
            <a:r>
              <a:rPr lang="en-US" sz="1050" kern="0">
                <a:solidFill>
                  <a:srgbClr val="242852"/>
                </a:solidFill>
                <a:latin typeface="Arial"/>
                <a:cs typeface="Arial"/>
                <a:sym typeface="Arial"/>
              </a:rPr>
              <a:t>(Talent, Skill, Knowledge, Style)</a:t>
            </a:r>
            <a:endParaRPr lang="en-US" sz="105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endParaRPr lang="en-US" sz="1500" i="1">
              <a:solidFill>
                <a:schemeClr val="bg2"/>
              </a:solidFill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71410C1B-1B96-335D-55F0-A7E5AF3FF406}"/>
              </a:ext>
            </a:extLst>
          </p:cNvPr>
          <p:cNvSpPr txBox="1">
            <a:spLocks/>
          </p:cNvSpPr>
          <p:nvPr/>
        </p:nvSpPr>
        <p:spPr>
          <a:xfrm>
            <a:off x="2025454" y="4268502"/>
            <a:ext cx="2183557" cy="5447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33" kern="120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sz="1600">
                <a:solidFill>
                  <a:schemeClr val="bg1"/>
                </a:solidFill>
                <a:latin typeface="Roboto"/>
              </a:rPr>
              <a:t>Result</a:t>
            </a:r>
          </a:p>
          <a:p>
            <a:pPr lvl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</a:pPr>
            <a:r>
              <a:rPr lang="en-US" sz="1050" kern="0">
                <a:solidFill>
                  <a:srgbClr val="242852"/>
                </a:solidFill>
                <a:latin typeface="Arial"/>
                <a:cs typeface="Arial"/>
                <a:sym typeface="Arial"/>
              </a:rPr>
              <a:t>(Past ,Current and Anticipated Performance)</a:t>
            </a:r>
            <a:endParaRPr lang="en-US" sz="105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22" name="Graphic 21" descr="Badge 3 outline">
            <a:extLst>
              <a:ext uri="{FF2B5EF4-FFF2-40B4-BE49-F238E27FC236}">
                <a16:creationId xmlns:a16="http://schemas.microsoft.com/office/drawing/2014/main" id="{F9C84218-053F-A5B3-D222-3D345578F25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5064" y="3274554"/>
            <a:ext cx="685800" cy="685800"/>
          </a:xfrm>
          <a:prstGeom prst="rect">
            <a:avLst/>
          </a:prstGeom>
        </p:spPr>
      </p:pic>
      <p:pic>
        <p:nvPicPr>
          <p:cNvPr id="23" name="Graphic 22" descr="Badge 4 outline">
            <a:extLst>
              <a:ext uri="{FF2B5EF4-FFF2-40B4-BE49-F238E27FC236}">
                <a16:creationId xmlns:a16="http://schemas.microsoft.com/office/drawing/2014/main" id="{1692967B-F34F-D6F4-4762-2B0A4D2ACA5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5064" y="4197985"/>
            <a:ext cx="685800" cy="685800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7711AA64-0A1F-C9F6-4A46-3D839D6F3EDC}"/>
              </a:ext>
            </a:extLst>
          </p:cNvPr>
          <p:cNvSpPr txBox="1">
            <a:spLocks/>
          </p:cNvSpPr>
          <p:nvPr/>
        </p:nvSpPr>
        <p:spPr>
          <a:xfrm>
            <a:off x="285749" y="2926123"/>
            <a:ext cx="1244534" cy="221599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33" kern="120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sz="1600">
                <a:solidFill>
                  <a:schemeClr val="bg1"/>
                </a:solidFill>
              </a:rPr>
              <a:t>Competence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ECD83A-4C21-57DD-81BA-8BCA399BBB40}"/>
              </a:ext>
            </a:extLst>
          </p:cNvPr>
          <p:cNvSpPr txBox="1"/>
          <p:nvPr/>
        </p:nvSpPr>
        <p:spPr>
          <a:xfrm>
            <a:off x="5043609" y="1115178"/>
            <a:ext cx="32485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solidFill>
                  <a:schemeClr val="bg1"/>
                </a:solidFill>
                <a:latin typeface="Roboto"/>
                <a:ea typeface="+mj-ea"/>
                <a:cs typeface="+mj-cs"/>
              </a:rPr>
              <a:t>-</a:t>
            </a:r>
            <a:r>
              <a:rPr lang="en-US" sz="1600"/>
              <a:t> </a:t>
            </a:r>
            <a:r>
              <a:rPr lang="en-US" sz="1600">
                <a:solidFill>
                  <a:schemeClr val="bg1"/>
                </a:solidFill>
                <a:latin typeface="Roboto"/>
                <a:ea typeface="+mj-ea"/>
                <a:cs typeface="+mj-cs"/>
              </a:rPr>
              <a:t>Do I do what I say?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68A9E8-6500-C15B-48CC-62CB0BAB82AC}"/>
              </a:ext>
            </a:extLst>
          </p:cNvPr>
          <p:cNvSpPr txBox="1"/>
          <p:nvPr/>
        </p:nvSpPr>
        <p:spPr>
          <a:xfrm>
            <a:off x="5023599" y="2111442"/>
            <a:ext cx="32485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solidFill>
                  <a:schemeClr val="bg1"/>
                </a:solidFill>
                <a:latin typeface="Roboto"/>
                <a:ea typeface="+mj-ea"/>
                <a:cs typeface="+mj-cs"/>
              </a:rPr>
              <a:t>-</a:t>
            </a:r>
            <a:r>
              <a:rPr lang="en-US" sz="1600"/>
              <a:t> </a:t>
            </a:r>
            <a:r>
              <a:rPr lang="en-US" sz="1600">
                <a:solidFill>
                  <a:schemeClr val="bg1"/>
                </a:solidFill>
                <a:latin typeface="Roboto"/>
                <a:ea typeface="+mj-ea"/>
                <a:cs typeface="+mj-cs"/>
              </a:rPr>
              <a:t>Do I mean well?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EDA624-857D-1C39-8AE0-624DF9F2A454}"/>
              </a:ext>
            </a:extLst>
          </p:cNvPr>
          <p:cNvSpPr txBox="1"/>
          <p:nvPr/>
        </p:nvSpPr>
        <p:spPr>
          <a:xfrm>
            <a:off x="5023599" y="3338394"/>
            <a:ext cx="32485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solidFill>
                  <a:schemeClr val="bg1"/>
                </a:solidFill>
                <a:latin typeface="Roboto"/>
                <a:ea typeface="+mj-ea"/>
                <a:cs typeface="+mj-cs"/>
              </a:rPr>
              <a:t>-</a:t>
            </a:r>
            <a:r>
              <a:rPr lang="en-US" sz="1600"/>
              <a:t> </a:t>
            </a:r>
            <a:r>
              <a:rPr lang="en-US" sz="1600">
                <a:solidFill>
                  <a:schemeClr val="bg1"/>
                </a:solidFill>
                <a:latin typeface="Roboto"/>
                <a:ea typeface="+mj-ea"/>
                <a:cs typeface="+mj-cs"/>
              </a:rPr>
              <a:t>Am I improving?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D68BFF-8C8F-83F0-63CC-A1A829E2A0AE}"/>
              </a:ext>
            </a:extLst>
          </p:cNvPr>
          <p:cNvSpPr txBox="1"/>
          <p:nvPr/>
        </p:nvSpPr>
        <p:spPr>
          <a:xfrm>
            <a:off x="5023599" y="4202330"/>
            <a:ext cx="32485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solidFill>
                  <a:schemeClr val="bg1"/>
                </a:solidFill>
                <a:latin typeface="Roboto"/>
                <a:ea typeface="+mj-ea"/>
                <a:cs typeface="+mj-cs"/>
              </a:rPr>
              <a:t>-</a:t>
            </a:r>
            <a:r>
              <a:rPr lang="en-US" sz="1600"/>
              <a:t> </a:t>
            </a:r>
            <a:r>
              <a:rPr lang="en-US" sz="1600">
                <a:solidFill>
                  <a:schemeClr val="bg1"/>
                </a:solidFill>
                <a:latin typeface="Roboto"/>
                <a:ea typeface="+mj-ea"/>
                <a:cs typeface="+mj-cs"/>
              </a:rPr>
              <a:t>Do I get things done?</a:t>
            </a:r>
          </a:p>
        </p:txBody>
      </p:sp>
    </p:spTree>
    <p:extLst>
      <p:ext uri="{BB962C8B-B14F-4D97-AF65-F5344CB8AC3E}">
        <p14:creationId xmlns:p14="http://schemas.microsoft.com/office/powerpoint/2010/main" val="6416861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9" grpId="0"/>
      <p:bldP spid="20" grpId="0"/>
      <p:bldP spid="21" grpId="0"/>
      <p:bldP spid="24" grpId="0"/>
      <p:bldP spid="4" grpId="0"/>
      <p:bldP spid="5" grpId="0"/>
      <p:bldP spid="6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AC832-D175-8959-247C-1EBC8313C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B2B6C-1743-C2E9-BB48-27B1DFE8AE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1878" y="752032"/>
            <a:ext cx="7486650" cy="747897"/>
          </a:xfrm>
        </p:spPr>
        <p:txBody>
          <a:bodyPr/>
          <a:lstStyle/>
          <a:p>
            <a:r>
              <a:rPr lang="en-IN"/>
              <a:t>Relationship Trust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925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9670D-5C11-69D5-E2BF-4D71904AD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86CAAB7-B437-038C-FB46-28A7857DBDC3}"/>
              </a:ext>
            </a:extLst>
          </p:cNvPr>
          <p:cNvSpPr txBox="1">
            <a:spLocks/>
          </p:cNvSpPr>
          <p:nvPr/>
        </p:nvSpPr>
        <p:spPr>
          <a:xfrm>
            <a:off x="285749" y="93511"/>
            <a:ext cx="8572500" cy="754053"/>
          </a:xfrm>
          <a:prstGeom prst="rect">
            <a:avLst/>
          </a:prstGeom>
        </p:spPr>
        <p:txBody>
          <a:bodyPr lIns="0" rIns="0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 baseline="0">
                <a:solidFill>
                  <a:srgbClr val="007DB8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IN"/>
              <a:t>Relationship Trust - Behaviours</a:t>
            </a:r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ABCC605-EF25-2AA5-4B24-28A1AC24AA11}"/>
              </a:ext>
            </a:extLst>
          </p:cNvPr>
          <p:cNvSpPr txBox="1">
            <a:spLocks/>
          </p:cNvSpPr>
          <p:nvPr/>
        </p:nvSpPr>
        <p:spPr>
          <a:xfrm>
            <a:off x="1658045" y="845967"/>
            <a:ext cx="2555815" cy="1066446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33" kern="120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IN" sz="1400">
                <a:solidFill>
                  <a:schemeClr val="bg1"/>
                </a:solidFill>
                <a:latin typeface="Roboto"/>
              </a:rPr>
              <a:t>Be Honest &amp; Transparent</a:t>
            </a:r>
          </a:p>
          <a:p>
            <a:r>
              <a:rPr lang="en-US" sz="1050">
                <a:solidFill>
                  <a:schemeClr val="bg2"/>
                </a:solidFill>
              </a:rPr>
              <a:t>Say the truth clearly, avoid hidden agendas, and make your intentions known.</a:t>
            </a:r>
          </a:p>
          <a:p>
            <a:endParaRPr lang="en-US" sz="1050" i="1">
              <a:solidFill>
                <a:schemeClr val="bg2"/>
              </a:solidFill>
            </a:endParaRPr>
          </a:p>
          <a:p>
            <a:r>
              <a:rPr lang="en-US" sz="1050" i="1">
                <a:solidFill>
                  <a:schemeClr val="bg2"/>
                </a:solidFill>
              </a:rPr>
              <a:t>Eg – Instead of saying vague updates like “It’s in progress,” you say : “I’m 70% done; I will finish by tomorrow noon.”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48CFA9C-5570-F3E7-FE53-6ADEA1D4066A}"/>
              </a:ext>
            </a:extLst>
          </p:cNvPr>
          <p:cNvSpPr txBox="1">
            <a:spLocks/>
          </p:cNvSpPr>
          <p:nvPr/>
        </p:nvSpPr>
        <p:spPr>
          <a:xfrm>
            <a:off x="5972385" y="846766"/>
            <a:ext cx="2919210" cy="1066446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33" kern="120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IN" sz="1400">
                <a:solidFill>
                  <a:schemeClr val="bg1"/>
                </a:solidFill>
                <a:latin typeface="Roboto"/>
              </a:rPr>
              <a:t>Show Respect &amp; Loyalty</a:t>
            </a:r>
          </a:p>
          <a:p>
            <a:r>
              <a:rPr lang="en-US" sz="1050" kern="0">
                <a:solidFill>
                  <a:srgbClr val="242852"/>
                </a:solidFill>
                <a:latin typeface="Arial"/>
                <a:cs typeface="Arial"/>
                <a:sym typeface="Arial"/>
              </a:rPr>
              <a:t>Treat people well, acknowledge their contributions, and speak respectfully both in front of them and behind their back.</a:t>
            </a:r>
          </a:p>
          <a:p>
            <a:endParaRPr lang="en-US" sz="1050" i="1" kern="0">
              <a:solidFill>
                <a:srgbClr val="242852"/>
              </a:solidFill>
              <a:latin typeface="Arial"/>
              <a:cs typeface="Arial"/>
              <a:sym typeface="Arial"/>
            </a:endParaRPr>
          </a:p>
          <a:p>
            <a:r>
              <a:rPr lang="en-US" sz="1050" i="1">
                <a:solidFill>
                  <a:schemeClr val="bg2"/>
                </a:solidFill>
              </a:rPr>
              <a:t>Eg – In a meeting, you </a:t>
            </a:r>
            <a:r>
              <a:rPr lang="en-US" sz="1050" i="1" err="1">
                <a:solidFill>
                  <a:schemeClr val="bg2"/>
                </a:solidFill>
              </a:rPr>
              <a:t>say:“This</a:t>
            </a:r>
            <a:r>
              <a:rPr lang="en-US" sz="1050" i="1">
                <a:solidFill>
                  <a:schemeClr val="bg2"/>
                </a:solidFill>
              </a:rPr>
              <a:t> idea came from Priya — she deserves the credit.”</a:t>
            </a:r>
            <a:endParaRPr lang="en-US" sz="105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16" name="Graphic 15" descr="Badge 1 outline">
            <a:extLst>
              <a:ext uri="{FF2B5EF4-FFF2-40B4-BE49-F238E27FC236}">
                <a16:creationId xmlns:a16="http://schemas.microsoft.com/office/drawing/2014/main" id="{4832C691-1608-A6F5-076F-85BFCA2884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2293" y="1069644"/>
            <a:ext cx="685800" cy="685800"/>
          </a:xfrm>
          <a:prstGeom prst="rect">
            <a:avLst/>
          </a:prstGeom>
        </p:spPr>
      </p:pic>
      <p:pic>
        <p:nvPicPr>
          <p:cNvPr id="17" name="Graphic 16" descr="Badge outline">
            <a:extLst>
              <a:ext uri="{FF2B5EF4-FFF2-40B4-BE49-F238E27FC236}">
                <a16:creationId xmlns:a16="http://schemas.microsoft.com/office/drawing/2014/main" id="{7D2C2A32-9D7C-DA65-6AD7-ABF860B6C7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56514" y="1037089"/>
            <a:ext cx="685800" cy="685800"/>
          </a:xfrm>
          <a:prstGeom prst="rect">
            <a:avLst/>
          </a:pr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8448CC8F-F0C1-B599-4A81-5FFE502E0347}"/>
              </a:ext>
            </a:extLst>
          </p:cNvPr>
          <p:cNvSpPr txBox="1">
            <a:spLocks/>
          </p:cNvSpPr>
          <p:nvPr/>
        </p:nvSpPr>
        <p:spPr>
          <a:xfrm>
            <a:off x="1652790" y="2337852"/>
            <a:ext cx="2919209" cy="108722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33" kern="120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IN" sz="1400">
                <a:solidFill>
                  <a:schemeClr val="bg1"/>
                </a:solidFill>
                <a:latin typeface="Roboto"/>
              </a:rPr>
              <a:t>Deliver &amp; Own Outcomes</a:t>
            </a:r>
          </a:p>
          <a:p>
            <a:r>
              <a:rPr lang="en-US" sz="1050" kern="0">
                <a:solidFill>
                  <a:srgbClr val="242852"/>
                </a:solidFill>
                <a:latin typeface="Arial"/>
                <a:cs typeface="Arial"/>
                <a:sym typeface="Arial"/>
              </a:rPr>
              <a:t>Do what you say you’ll do — and take responsibility when you don’t.</a:t>
            </a:r>
          </a:p>
          <a:p>
            <a:endParaRPr lang="en-US" sz="1050" i="1" kern="0">
              <a:solidFill>
                <a:srgbClr val="242852"/>
              </a:solidFill>
              <a:latin typeface="Arial"/>
              <a:cs typeface="Arial"/>
              <a:sym typeface="Arial"/>
            </a:endParaRPr>
          </a:p>
          <a:p>
            <a:r>
              <a:rPr lang="en-US" sz="1100" i="1">
                <a:solidFill>
                  <a:schemeClr val="bg2"/>
                </a:solidFill>
              </a:rPr>
              <a:t>Eg – If you miss a deadline, you don’t blame workload. You </a:t>
            </a:r>
            <a:r>
              <a:rPr lang="en-US" sz="1100" i="1" err="1">
                <a:solidFill>
                  <a:schemeClr val="bg2"/>
                </a:solidFill>
              </a:rPr>
              <a:t>say:“I</a:t>
            </a:r>
            <a:r>
              <a:rPr lang="en-US" sz="1100" i="1">
                <a:solidFill>
                  <a:schemeClr val="bg2"/>
                </a:solidFill>
              </a:rPr>
              <a:t> didn’t plan well. I will fix it and update you by 4 PM.”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3146B817-9519-1A48-608A-829F05332C8D}"/>
              </a:ext>
            </a:extLst>
          </p:cNvPr>
          <p:cNvSpPr txBox="1">
            <a:spLocks/>
          </p:cNvSpPr>
          <p:nvPr/>
        </p:nvSpPr>
        <p:spPr>
          <a:xfrm>
            <a:off x="6087010" y="2426040"/>
            <a:ext cx="2919210" cy="92102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33" kern="120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IN" sz="1400">
                <a:solidFill>
                  <a:schemeClr val="bg1"/>
                </a:solidFill>
                <a:latin typeface="Roboto"/>
              </a:rPr>
              <a:t>Actively Listen &amp; Clarify</a:t>
            </a:r>
          </a:p>
          <a:p>
            <a:r>
              <a:rPr lang="en-US" sz="1050" kern="0">
                <a:solidFill>
                  <a:srgbClr val="242852"/>
                </a:solidFill>
                <a:latin typeface="Arial"/>
                <a:cs typeface="Arial"/>
                <a:sym typeface="Arial"/>
              </a:rPr>
              <a:t>Understand before responding. Clarify expectations early so trust isn’t broken later.</a:t>
            </a:r>
          </a:p>
          <a:p>
            <a:endParaRPr lang="en-US" sz="1050" i="1" kern="0">
              <a:solidFill>
                <a:srgbClr val="242852"/>
              </a:solidFill>
              <a:latin typeface="Arial"/>
              <a:cs typeface="Arial"/>
              <a:sym typeface="Arial"/>
            </a:endParaRPr>
          </a:p>
          <a:p>
            <a:r>
              <a:rPr lang="en-US" sz="1050" i="1">
                <a:solidFill>
                  <a:schemeClr val="bg2"/>
                </a:solidFill>
              </a:rPr>
              <a:t>Eg – Before starting a </a:t>
            </a:r>
            <a:r>
              <a:rPr lang="en-US" sz="1050" i="1" err="1">
                <a:solidFill>
                  <a:schemeClr val="bg2"/>
                </a:solidFill>
              </a:rPr>
              <a:t>task:“Just</a:t>
            </a:r>
            <a:r>
              <a:rPr lang="en-US" sz="1050" i="1">
                <a:solidFill>
                  <a:schemeClr val="bg2"/>
                </a:solidFill>
              </a:rPr>
              <a:t> to confirm — you need a 5-slide summary by Friday, right?”</a:t>
            </a:r>
          </a:p>
        </p:txBody>
      </p:sp>
      <p:pic>
        <p:nvPicPr>
          <p:cNvPr id="22" name="Graphic 21" descr="Badge 3 outline">
            <a:extLst>
              <a:ext uri="{FF2B5EF4-FFF2-40B4-BE49-F238E27FC236}">
                <a16:creationId xmlns:a16="http://schemas.microsoft.com/office/drawing/2014/main" id="{DC0760F2-11B4-EAEE-CB3B-06692FFF93C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2293" y="2538562"/>
            <a:ext cx="685800" cy="685800"/>
          </a:xfrm>
          <a:prstGeom prst="rect">
            <a:avLst/>
          </a:prstGeom>
        </p:spPr>
      </p:pic>
      <p:pic>
        <p:nvPicPr>
          <p:cNvPr id="23" name="Graphic 22" descr="Badge 4 outline">
            <a:extLst>
              <a:ext uri="{FF2B5EF4-FFF2-40B4-BE49-F238E27FC236}">
                <a16:creationId xmlns:a16="http://schemas.microsoft.com/office/drawing/2014/main" id="{2A45ADB4-04B8-96B3-9E26-89BCACDA7AA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56514" y="2543650"/>
            <a:ext cx="685800" cy="685800"/>
          </a:xfrm>
          <a:prstGeom prst="rect">
            <a:avLst/>
          </a:prstGeom>
        </p:spPr>
      </p:pic>
      <p:pic>
        <p:nvPicPr>
          <p:cNvPr id="4" name="Graphic 3" descr="Badge 5 outline">
            <a:extLst>
              <a:ext uri="{FF2B5EF4-FFF2-40B4-BE49-F238E27FC236}">
                <a16:creationId xmlns:a16="http://schemas.microsoft.com/office/drawing/2014/main" id="{9C9A01A1-4037-113B-9313-7DEA3B1EFCE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461344" y="4034574"/>
            <a:ext cx="674047" cy="67404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95AE1A-E41A-77B3-D84C-3F440FE0C0D3}"/>
              </a:ext>
            </a:extLst>
          </p:cNvPr>
          <p:cNvSpPr txBox="1">
            <a:spLocks/>
          </p:cNvSpPr>
          <p:nvPr/>
        </p:nvSpPr>
        <p:spPr>
          <a:xfrm>
            <a:off x="3574211" y="3850512"/>
            <a:ext cx="2919210" cy="1066446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33" kern="120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IN" sz="1400">
                <a:solidFill>
                  <a:schemeClr val="bg1"/>
                </a:solidFill>
                <a:latin typeface="Roboto"/>
              </a:rPr>
              <a:t>Face Issues &amp; Continuously Improve</a:t>
            </a:r>
          </a:p>
          <a:p>
            <a:r>
              <a:rPr lang="en-US" sz="1050" kern="0">
                <a:solidFill>
                  <a:srgbClr val="242852"/>
                </a:solidFill>
                <a:latin typeface="Arial"/>
                <a:cs typeface="Arial"/>
                <a:sym typeface="Arial"/>
              </a:rPr>
              <a:t>Address problems early, fix mistakes, learn from them, and keep getting better.</a:t>
            </a:r>
          </a:p>
          <a:p>
            <a:endParaRPr lang="en-US" sz="1050" i="1" kern="0">
              <a:solidFill>
                <a:srgbClr val="242852"/>
              </a:solidFill>
              <a:latin typeface="Arial"/>
              <a:cs typeface="Arial"/>
              <a:sym typeface="Arial"/>
            </a:endParaRPr>
          </a:p>
          <a:p>
            <a:r>
              <a:rPr lang="en-US" sz="1050" i="1">
                <a:solidFill>
                  <a:schemeClr val="bg2"/>
                </a:solidFill>
              </a:rPr>
              <a:t>Eg – If a customer is upset, you don’t hide from </a:t>
            </a:r>
            <a:r>
              <a:rPr lang="en-US" sz="1050" i="1" err="1">
                <a:solidFill>
                  <a:schemeClr val="bg2"/>
                </a:solidFill>
              </a:rPr>
              <a:t>it.You</a:t>
            </a:r>
            <a:r>
              <a:rPr lang="en-US" sz="1050" i="1">
                <a:solidFill>
                  <a:schemeClr val="bg2"/>
                </a:solidFill>
              </a:rPr>
              <a:t> </a:t>
            </a:r>
            <a:r>
              <a:rPr lang="en-US" sz="1050" i="1" err="1">
                <a:solidFill>
                  <a:schemeClr val="bg2"/>
                </a:solidFill>
              </a:rPr>
              <a:t>say:“I</a:t>
            </a:r>
            <a:r>
              <a:rPr lang="en-US" sz="1050" i="1">
                <a:solidFill>
                  <a:schemeClr val="bg2"/>
                </a:solidFill>
              </a:rPr>
              <a:t> understand why you’re frustrated. Let me correct this and make it right.”</a:t>
            </a:r>
          </a:p>
        </p:txBody>
      </p:sp>
    </p:spTree>
    <p:extLst>
      <p:ext uri="{BB962C8B-B14F-4D97-AF65-F5344CB8AC3E}">
        <p14:creationId xmlns:p14="http://schemas.microsoft.com/office/powerpoint/2010/main" val="1988042974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E20FE-06ED-AEB4-757E-B26BB4867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1BA07-68FB-213A-FAD9-F0DB6B1160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7170" y="246614"/>
            <a:ext cx="7486650" cy="2105192"/>
          </a:xfrm>
        </p:spPr>
        <p:txBody>
          <a:bodyPr/>
          <a:lstStyle/>
          <a:p>
            <a:r>
              <a:rPr lang="en-IN"/>
              <a:t>Activity 2</a:t>
            </a:r>
            <a:br>
              <a:rPr lang="en-IN"/>
            </a:br>
            <a:br>
              <a:rPr lang="en-IN"/>
            </a:br>
            <a:r>
              <a:rPr lang="en-IN" sz="4400"/>
              <a:t>Relationship Trust</a:t>
            </a:r>
            <a:endParaRPr lang="en-US"/>
          </a:p>
        </p:txBody>
      </p:sp>
      <p:pic>
        <p:nvPicPr>
          <p:cNvPr id="4" name="Graphic 3" descr="Alarm clock with solid fill">
            <a:extLst>
              <a:ext uri="{FF2B5EF4-FFF2-40B4-BE49-F238E27FC236}">
                <a16:creationId xmlns:a16="http://schemas.microsoft.com/office/drawing/2014/main" id="{C1807F84-A120-B10C-D720-BB52A3FA39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1480" y="3973830"/>
            <a:ext cx="662940" cy="6629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7E336C-8EA1-D133-EF13-3CC9DBCDDF92}"/>
              </a:ext>
            </a:extLst>
          </p:cNvPr>
          <p:cNvSpPr txBox="1"/>
          <p:nvPr/>
        </p:nvSpPr>
        <p:spPr>
          <a:xfrm>
            <a:off x="1074420" y="4115794"/>
            <a:ext cx="451866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77">
              <a:lnSpc>
                <a:spcPct val="90000"/>
              </a:lnSpc>
            </a:pPr>
            <a:r>
              <a:rPr lang="en-IN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+mj-cs"/>
              </a:rPr>
              <a:t>You have 15 mins to think</a:t>
            </a:r>
          </a:p>
        </p:txBody>
      </p:sp>
    </p:spTree>
    <p:extLst>
      <p:ext uri="{BB962C8B-B14F-4D97-AF65-F5344CB8AC3E}">
        <p14:creationId xmlns:p14="http://schemas.microsoft.com/office/powerpoint/2010/main" val="4279913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DD899-36AF-6F8D-5B64-1B682A07C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F6B3F35-74F9-4E60-6C88-200A10C17462}"/>
              </a:ext>
            </a:extLst>
          </p:cNvPr>
          <p:cNvSpPr txBox="1">
            <a:spLocks/>
          </p:cNvSpPr>
          <p:nvPr/>
        </p:nvSpPr>
        <p:spPr>
          <a:xfrm>
            <a:off x="285750" y="291631"/>
            <a:ext cx="8572500" cy="754053"/>
          </a:xfrm>
          <a:prstGeom prst="rect">
            <a:avLst/>
          </a:prstGeom>
        </p:spPr>
        <p:txBody>
          <a:bodyPr lIns="0" rIns="0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 baseline="0">
                <a:solidFill>
                  <a:srgbClr val="007DB8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/>
              <a:t>Activity Time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FCE91C43-8087-A19C-AFA2-AE67782933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0210805"/>
              </p:ext>
            </p:extLst>
          </p:nvPr>
        </p:nvGraphicFramePr>
        <p:xfrm>
          <a:off x="1491991" y="239380"/>
          <a:ext cx="6277583" cy="42268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27528825"/>
      </p:ext>
    </p:extLst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769CA-AE85-B2DC-DC49-5B6CAF455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97058-8A2B-D7F6-FE61-7388EE3076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7170" y="246614"/>
            <a:ext cx="7486650" cy="2105192"/>
          </a:xfrm>
        </p:spPr>
        <p:txBody>
          <a:bodyPr/>
          <a:lstStyle/>
          <a:p>
            <a:r>
              <a:rPr lang="en-IN"/>
              <a:t>Activity 3</a:t>
            </a:r>
            <a:br>
              <a:rPr lang="en-IN"/>
            </a:br>
            <a:br>
              <a:rPr lang="en-IN"/>
            </a:br>
            <a:r>
              <a:rPr lang="en-IN" sz="4400"/>
              <a:t>The Trust Bridge</a:t>
            </a:r>
            <a:endParaRPr lang="en-US"/>
          </a:p>
        </p:txBody>
      </p:sp>
      <p:pic>
        <p:nvPicPr>
          <p:cNvPr id="4" name="Graphic 3" descr="Alarm clock with solid fill">
            <a:extLst>
              <a:ext uri="{FF2B5EF4-FFF2-40B4-BE49-F238E27FC236}">
                <a16:creationId xmlns:a16="http://schemas.microsoft.com/office/drawing/2014/main" id="{EC20A99E-66B3-6D7F-8267-E4D087CFA0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1480" y="3973830"/>
            <a:ext cx="662940" cy="6629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F8286C-0F99-B563-7E52-7069497E0FAD}"/>
              </a:ext>
            </a:extLst>
          </p:cNvPr>
          <p:cNvSpPr txBox="1"/>
          <p:nvPr/>
        </p:nvSpPr>
        <p:spPr>
          <a:xfrm>
            <a:off x="1074420" y="4115794"/>
            <a:ext cx="451866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77">
              <a:lnSpc>
                <a:spcPct val="90000"/>
              </a:lnSpc>
            </a:pPr>
            <a:r>
              <a:rPr lang="en-IN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+mj-cs"/>
              </a:rPr>
              <a:t>You have 15 mins to think</a:t>
            </a:r>
          </a:p>
        </p:txBody>
      </p:sp>
    </p:spTree>
    <p:extLst>
      <p:ext uri="{BB962C8B-B14F-4D97-AF65-F5344CB8AC3E}">
        <p14:creationId xmlns:p14="http://schemas.microsoft.com/office/powerpoint/2010/main" val="25698116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B8253-952B-9F83-B1F8-16D968BB9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308E5D9-5707-DCF0-57AD-1048752B3162}"/>
              </a:ext>
            </a:extLst>
          </p:cNvPr>
          <p:cNvSpPr txBox="1">
            <a:spLocks/>
          </p:cNvSpPr>
          <p:nvPr/>
        </p:nvSpPr>
        <p:spPr>
          <a:xfrm>
            <a:off x="285749" y="93511"/>
            <a:ext cx="8572500" cy="754053"/>
          </a:xfrm>
          <a:prstGeom prst="rect">
            <a:avLst/>
          </a:prstGeom>
        </p:spPr>
        <p:txBody>
          <a:bodyPr lIns="0" rIns="0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 baseline="0">
                <a:solidFill>
                  <a:srgbClr val="007DB8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IN" sz="3600"/>
              <a:t>Activity – The Trust Bridge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6E51AF-97C1-2798-7340-FB83B082AA30}"/>
              </a:ext>
            </a:extLst>
          </p:cNvPr>
          <p:cNvSpPr/>
          <p:nvPr/>
        </p:nvSpPr>
        <p:spPr>
          <a:xfrm>
            <a:off x="228600" y="1508670"/>
            <a:ext cx="4114800" cy="107439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B63154-860F-5AB9-A6C1-69940F31802F}"/>
              </a:ext>
            </a:extLst>
          </p:cNvPr>
          <p:cNvSpPr/>
          <p:nvPr/>
        </p:nvSpPr>
        <p:spPr>
          <a:xfrm>
            <a:off x="2133600" y="1508670"/>
            <a:ext cx="304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00AE71-F3D8-7B39-17AD-8EAE35712367}"/>
              </a:ext>
            </a:extLst>
          </p:cNvPr>
          <p:cNvSpPr txBox="1"/>
          <p:nvPr/>
        </p:nvSpPr>
        <p:spPr>
          <a:xfrm>
            <a:off x="2133600" y="150867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endParaRPr/>
          </a:p>
        </p:txBody>
      </p:sp>
      <p:pic>
        <p:nvPicPr>
          <p:cNvPr id="15" name="Picture 14" descr="tmphd44wcj5.png">
            <a:extLst>
              <a:ext uri="{FF2B5EF4-FFF2-40B4-BE49-F238E27FC236}">
                <a16:creationId xmlns:a16="http://schemas.microsoft.com/office/drawing/2014/main" id="{F4013B69-A1CF-7695-96EA-2ADF63EA4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1450304"/>
            <a:ext cx="363166" cy="36316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F89438E-FF1A-2B7B-6C92-1D518EB4B4B4}"/>
              </a:ext>
            </a:extLst>
          </p:cNvPr>
          <p:cNvSpPr txBox="1"/>
          <p:nvPr/>
        </p:nvSpPr>
        <p:spPr>
          <a:xfrm>
            <a:off x="228600" y="192777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F2728"/>
                </a:solidFill>
                <a:latin typeface="Roboto"/>
              </a:rPr>
              <a:t>Identify a Stakeholder</a:t>
            </a:r>
          </a:p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1F2728"/>
                </a:solidFill>
                <a:latin typeface="Roboto"/>
              </a:rPr>
              <a:t>Choose one AE, Core SE, partner, or customer where trust needs to improve.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1B4DE86-EE5A-54F3-C933-91FD286F780E}"/>
              </a:ext>
            </a:extLst>
          </p:cNvPr>
          <p:cNvSpPr/>
          <p:nvPr/>
        </p:nvSpPr>
        <p:spPr>
          <a:xfrm>
            <a:off x="4648200" y="1508670"/>
            <a:ext cx="4114800" cy="107439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2EBBC8E-3166-9F76-05FF-626A8CBE7EA2}"/>
              </a:ext>
            </a:extLst>
          </p:cNvPr>
          <p:cNvSpPr/>
          <p:nvPr/>
        </p:nvSpPr>
        <p:spPr>
          <a:xfrm>
            <a:off x="6553200" y="1508670"/>
            <a:ext cx="304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F5D19F-4AB6-8074-D501-79B5BA7867F5}"/>
              </a:ext>
            </a:extLst>
          </p:cNvPr>
          <p:cNvSpPr txBox="1"/>
          <p:nvPr/>
        </p:nvSpPr>
        <p:spPr>
          <a:xfrm>
            <a:off x="6553200" y="150867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endParaRPr/>
          </a:p>
        </p:txBody>
      </p:sp>
      <p:pic>
        <p:nvPicPr>
          <p:cNvPr id="26" name="Picture 25" descr="tmpc6vyurlj.png">
            <a:extLst>
              <a:ext uri="{FF2B5EF4-FFF2-40B4-BE49-F238E27FC236}">
                <a16:creationId xmlns:a16="http://schemas.microsoft.com/office/drawing/2014/main" id="{5B56BB93-CDA2-B9F7-1C8C-CD8BA94BDE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0" y="1508670"/>
            <a:ext cx="304800" cy="3048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2DA868A-DEA5-496D-4464-1E2AA6D94F14}"/>
              </a:ext>
            </a:extLst>
          </p:cNvPr>
          <p:cNvSpPr txBox="1"/>
          <p:nvPr/>
        </p:nvSpPr>
        <p:spPr>
          <a:xfrm>
            <a:off x="4648200" y="1927770"/>
            <a:ext cx="4114800" cy="6309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300" b="1" i="0">
                <a:solidFill>
                  <a:srgbClr val="1F2728"/>
                </a:solidFill>
                <a:latin typeface="Roboto"/>
              </a:rPr>
              <a:t>Introspect</a:t>
            </a:r>
            <a:endParaRPr sz="1300" b="1" i="0">
              <a:solidFill>
                <a:srgbClr val="1F2728"/>
              </a:solidFill>
              <a:latin typeface="Roboto"/>
            </a:endParaRPr>
          </a:p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1F2728"/>
                </a:solidFill>
                <a:latin typeface="Roboto"/>
              </a:rPr>
              <a:t>Was trust broken due to Character (integrity, intent) or Competence (capability, results)?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8D5CC2-352F-2803-BF95-80DABF464B51}"/>
              </a:ext>
            </a:extLst>
          </p:cNvPr>
          <p:cNvSpPr/>
          <p:nvPr/>
        </p:nvSpPr>
        <p:spPr>
          <a:xfrm>
            <a:off x="228600" y="2887860"/>
            <a:ext cx="4114800" cy="107439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6748BD5-DF82-6559-8E52-2D1049F76770}"/>
              </a:ext>
            </a:extLst>
          </p:cNvPr>
          <p:cNvSpPr/>
          <p:nvPr/>
        </p:nvSpPr>
        <p:spPr>
          <a:xfrm>
            <a:off x="2133600" y="2887860"/>
            <a:ext cx="304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49D790F-3C8B-994D-3422-08D8A1928604}"/>
              </a:ext>
            </a:extLst>
          </p:cNvPr>
          <p:cNvSpPr txBox="1"/>
          <p:nvPr/>
        </p:nvSpPr>
        <p:spPr>
          <a:xfrm>
            <a:off x="2133600" y="288786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endParaRPr/>
          </a:p>
        </p:txBody>
      </p:sp>
      <p:pic>
        <p:nvPicPr>
          <p:cNvPr id="31" name="Picture 30" descr="tmp6eborsxg.png">
            <a:extLst>
              <a:ext uri="{FF2B5EF4-FFF2-40B4-BE49-F238E27FC236}">
                <a16:creationId xmlns:a16="http://schemas.microsoft.com/office/drawing/2014/main" id="{CBD119B3-FD33-8BE6-D01C-FB6601A78C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3600" y="2887860"/>
            <a:ext cx="304800" cy="3048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6EA3DA47-0B7F-7898-34F8-6FD9276818E6}"/>
              </a:ext>
            </a:extLst>
          </p:cNvPr>
          <p:cNvSpPr txBox="1"/>
          <p:nvPr/>
        </p:nvSpPr>
        <p:spPr>
          <a:xfrm>
            <a:off x="228600" y="3306960"/>
            <a:ext cx="4114800" cy="6309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300" b="1">
                <a:solidFill>
                  <a:srgbClr val="1F2728"/>
                </a:solidFill>
                <a:latin typeface="Roboto"/>
              </a:rPr>
              <a:t>Build a short Action Plan </a:t>
            </a:r>
            <a:endParaRPr sz="1300" b="1" i="0">
              <a:solidFill>
                <a:srgbClr val="1F2728"/>
              </a:solidFill>
              <a:latin typeface="Roboto"/>
            </a:endParaRPr>
          </a:p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1F2728"/>
                </a:solidFill>
                <a:latin typeface="Roboto"/>
              </a:rPr>
              <a:t>Example: 'I want to give you risk visibility early…' or 'Let’s align expectations on deliverables…'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0B3E107-E1E6-565B-9DC6-68243FAC5102}"/>
              </a:ext>
            </a:extLst>
          </p:cNvPr>
          <p:cNvSpPr/>
          <p:nvPr/>
        </p:nvSpPr>
        <p:spPr>
          <a:xfrm>
            <a:off x="4648200" y="2887860"/>
            <a:ext cx="4114800" cy="107439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B346029-B222-0DE6-A052-0425CA964109}"/>
              </a:ext>
            </a:extLst>
          </p:cNvPr>
          <p:cNvSpPr/>
          <p:nvPr/>
        </p:nvSpPr>
        <p:spPr>
          <a:xfrm>
            <a:off x="6553200" y="2887860"/>
            <a:ext cx="304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502BF2D-DA30-100D-C6F1-69A84B38CEC4}"/>
              </a:ext>
            </a:extLst>
          </p:cNvPr>
          <p:cNvSpPr txBox="1"/>
          <p:nvPr/>
        </p:nvSpPr>
        <p:spPr>
          <a:xfrm>
            <a:off x="6553200" y="288786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endParaRPr/>
          </a:p>
        </p:txBody>
      </p:sp>
      <p:pic>
        <p:nvPicPr>
          <p:cNvPr id="36" name="Picture 35" descr="tmpiwly_psg.png">
            <a:extLst>
              <a:ext uri="{FF2B5EF4-FFF2-40B4-BE49-F238E27FC236}">
                <a16:creationId xmlns:a16="http://schemas.microsoft.com/office/drawing/2014/main" id="{F3ABDAEE-1383-28FA-1F9E-5A38C64088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3200" y="2887860"/>
            <a:ext cx="304800" cy="3048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3795EF23-B1E0-8A20-5EE8-6EB0D9D1BCDA}"/>
              </a:ext>
            </a:extLst>
          </p:cNvPr>
          <p:cNvSpPr txBox="1"/>
          <p:nvPr/>
        </p:nvSpPr>
        <p:spPr>
          <a:xfrm>
            <a:off x="4648200" y="3306960"/>
            <a:ext cx="4114800" cy="6309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F2728"/>
                </a:solidFill>
                <a:latin typeface="Roboto"/>
              </a:rPr>
              <a:t>Share and Reflect</a:t>
            </a:r>
          </a:p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1F2728"/>
                </a:solidFill>
                <a:latin typeface="Roboto"/>
              </a:rPr>
              <a:t>Discuss within small</a:t>
            </a:r>
            <a:r>
              <a:rPr lang="en-IN" sz="1400" b="0" i="0">
                <a:solidFill>
                  <a:srgbClr val="1F2728"/>
                </a:solidFill>
                <a:latin typeface="Roboto"/>
              </a:rPr>
              <a:t> groups </a:t>
            </a:r>
            <a:r>
              <a:rPr sz="1400" b="0" i="0">
                <a:solidFill>
                  <a:srgbClr val="1F2728"/>
                </a:solidFill>
                <a:latin typeface="Roboto"/>
              </a:rPr>
              <a:t>how these phrases change tone and rebuild credibility.</a:t>
            </a:r>
          </a:p>
        </p:txBody>
      </p:sp>
    </p:spTree>
    <p:extLst>
      <p:ext uri="{BB962C8B-B14F-4D97-AF65-F5344CB8AC3E}">
        <p14:creationId xmlns:p14="http://schemas.microsoft.com/office/powerpoint/2010/main" val="403675928"/>
      </p:ext>
    </p:extLst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5EE68-CC49-0F6F-2780-B38905CAA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D0BF2-9F8B-B0DF-0598-14DFDF21A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951" y="229474"/>
            <a:ext cx="8810098" cy="1855893"/>
          </a:xfrm>
        </p:spPr>
        <p:txBody>
          <a:bodyPr/>
          <a:lstStyle/>
          <a:p>
            <a:r>
              <a:rPr lang="en-US"/>
              <a:t>Homework</a:t>
            </a:r>
            <a:br>
              <a:rPr lang="en-US" sz="4000"/>
            </a:br>
            <a:br>
              <a:rPr lang="en-US" sz="4000"/>
            </a:br>
            <a:r>
              <a:rPr lang="en-US" sz="4000"/>
              <a:t>ISE Trust Action Plan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6C39CB-4A08-C41D-C233-2C80E3008F25}"/>
              </a:ext>
            </a:extLst>
          </p:cNvPr>
          <p:cNvSpPr txBox="1"/>
          <p:nvPr/>
        </p:nvSpPr>
        <p:spPr>
          <a:xfrm>
            <a:off x="1223577" y="4282316"/>
            <a:ext cx="4496288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77">
              <a:lnSpc>
                <a:spcPct val="90000"/>
              </a:lnSpc>
            </a:pPr>
            <a:r>
              <a:rPr lang="en-US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+mj-cs"/>
              </a:rPr>
              <a:t>Discuss with your managers</a:t>
            </a:r>
            <a:endParaRPr lang="en-IN">
              <a:solidFill>
                <a:schemeClr val="tx2"/>
              </a:solidFill>
              <a:latin typeface="Arial" panose="020B0604020202020204" pitchFamily="34" charset="0"/>
              <a:ea typeface="+mj-ea"/>
              <a:cs typeface="+mj-cs"/>
            </a:endParaRPr>
          </a:p>
        </p:txBody>
      </p:sp>
      <p:pic>
        <p:nvPicPr>
          <p:cNvPr id="5" name="Graphic 4" descr="Chat with solid fill">
            <a:extLst>
              <a:ext uri="{FF2B5EF4-FFF2-40B4-BE49-F238E27FC236}">
                <a16:creationId xmlns:a16="http://schemas.microsoft.com/office/drawing/2014/main" id="{C8B33F26-17F4-C1B1-7BE5-2C906CA72C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236" y="4075338"/>
            <a:ext cx="838688" cy="83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6264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8B810-0469-2364-D984-81316F5DE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AFF1931-2ACB-574E-B35D-5C2CBF793A35}"/>
              </a:ext>
            </a:extLst>
          </p:cNvPr>
          <p:cNvSpPr txBox="1">
            <a:spLocks/>
          </p:cNvSpPr>
          <p:nvPr/>
        </p:nvSpPr>
        <p:spPr>
          <a:xfrm>
            <a:off x="285749" y="93511"/>
            <a:ext cx="8572500" cy="754053"/>
          </a:xfrm>
          <a:prstGeom prst="rect">
            <a:avLst/>
          </a:prstGeom>
        </p:spPr>
        <p:txBody>
          <a:bodyPr lIns="0" rIns="0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 baseline="0">
                <a:solidFill>
                  <a:srgbClr val="007DB8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IN" sz="3600"/>
              <a:t>Homework Activity</a:t>
            </a:r>
            <a:endParaRPr lang="en-US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0D4BE271-3354-91FD-FBA0-2D2250CD8D3B}"/>
              </a:ext>
            </a:extLst>
          </p:cNvPr>
          <p:cNvCxnSpPr>
            <a:cxnSpLocks/>
          </p:cNvCxnSpPr>
          <p:nvPr/>
        </p:nvCxnSpPr>
        <p:spPr>
          <a:xfrm>
            <a:off x="4784379" y="1076164"/>
            <a:ext cx="0" cy="3280299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43A2738-C179-9CEF-176A-52B4AC38AFB7}"/>
              </a:ext>
            </a:extLst>
          </p:cNvPr>
          <p:cNvCxnSpPr>
            <a:cxnSpLocks/>
          </p:cNvCxnSpPr>
          <p:nvPr/>
        </p:nvCxnSpPr>
        <p:spPr>
          <a:xfrm flipH="1">
            <a:off x="2628900" y="2670326"/>
            <a:ext cx="4415246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4C96497-1CF4-495A-9312-E2FF994AEE00}"/>
              </a:ext>
            </a:extLst>
          </p:cNvPr>
          <p:cNvCxnSpPr>
            <a:cxnSpLocks/>
          </p:cNvCxnSpPr>
          <p:nvPr/>
        </p:nvCxnSpPr>
        <p:spPr>
          <a:xfrm flipV="1">
            <a:off x="2004053" y="990600"/>
            <a:ext cx="0" cy="307086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2DA1871-050A-3787-8AB1-F5CF9FB375B9}"/>
              </a:ext>
            </a:extLst>
          </p:cNvPr>
          <p:cNvCxnSpPr>
            <a:cxnSpLocks/>
          </p:cNvCxnSpPr>
          <p:nvPr/>
        </p:nvCxnSpPr>
        <p:spPr>
          <a:xfrm>
            <a:off x="3091573" y="4678679"/>
            <a:ext cx="3606407" cy="0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F5EBB5A-A0AC-42EF-EC5C-74C516F41FBB}"/>
              </a:ext>
            </a:extLst>
          </p:cNvPr>
          <p:cNvSpPr txBox="1"/>
          <p:nvPr/>
        </p:nvSpPr>
        <p:spPr>
          <a:xfrm>
            <a:off x="1529977" y="2540668"/>
            <a:ext cx="967714" cy="184666"/>
          </a:xfrm>
          <a:prstGeom prst="rect">
            <a:avLst/>
          </a:prstGeom>
          <a:solidFill>
            <a:schemeClr val="tx2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200">
                <a:solidFill>
                  <a:schemeClr val="bg2"/>
                </a:solidFill>
              </a:rPr>
              <a:t>Influence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D7F139-162D-425E-51BF-2F112AF25A46}"/>
              </a:ext>
            </a:extLst>
          </p:cNvPr>
          <p:cNvSpPr txBox="1"/>
          <p:nvPr/>
        </p:nvSpPr>
        <p:spPr>
          <a:xfrm>
            <a:off x="4408025" y="4585063"/>
            <a:ext cx="752708" cy="184666"/>
          </a:xfrm>
          <a:prstGeom prst="rect">
            <a:avLst/>
          </a:prstGeom>
          <a:solidFill>
            <a:schemeClr val="tx2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200">
                <a:solidFill>
                  <a:schemeClr val="bg2"/>
                </a:solidFill>
              </a:rPr>
              <a:t>Trust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651DC9E-AC50-4A5A-5546-E89797108767}"/>
              </a:ext>
            </a:extLst>
          </p:cNvPr>
          <p:cNvSpPr/>
          <p:nvPr/>
        </p:nvSpPr>
        <p:spPr>
          <a:xfrm>
            <a:off x="4845416" y="1402973"/>
            <a:ext cx="1631770" cy="12300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chemeClr val="tx2"/>
                </a:solidFill>
              </a:rPr>
              <a:t>High Trust</a:t>
            </a:r>
          </a:p>
          <a:p>
            <a:pPr algn="ctr"/>
            <a:r>
              <a:rPr lang="en-IN" sz="1200">
                <a:solidFill>
                  <a:schemeClr val="tx2"/>
                </a:solidFill>
              </a:rPr>
              <a:t>High Influence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8B8F29C-25D6-B323-E9E1-E0B045B46536}"/>
              </a:ext>
            </a:extLst>
          </p:cNvPr>
          <p:cNvSpPr/>
          <p:nvPr/>
        </p:nvSpPr>
        <p:spPr>
          <a:xfrm>
            <a:off x="4845416" y="2725334"/>
            <a:ext cx="1631770" cy="12300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chemeClr val="tx2"/>
                </a:solidFill>
              </a:rPr>
              <a:t>High Trust</a:t>
            </a:r>
          </a:p>
          <a:p>
            <a:pPr algn="ctr"/>
            <a:r>
              <a:rPr lang="en-IN" sz="1200">
                <a:solidFill>
                  <a:schemeClr val="tx2"/>
                </a:solidFill>
              </a:rPr>
              <a:t>Low Influence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8C2C987-57E5-D93C-4F0C-527B66CAFA90}"/>
              </a:ext>
            </a:extLst>
          </p:cNvPr>
          <p:cNvSpPr/>
          <p:nvPr/>
        </p:nvSpPr>
        <p:spPr>
          <a:xfrm>
            <a:off x="3102498" y="2725334"/>
            <a:ext cx="1631770" cy="12300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chemeClr val="tx2"/>
                </a:solidFill>
              </a:rPr>
              <a:t>Low Trust</a:t>
            </a:r>
          </a:p>
          <a:p>
            <a:pPr algn="ctr"/>
            <a:r>
              <a:rPr lang="en-IN" sz="1200">
                <a:solidFill>
                  <a:schemeClr val="tx2"/>
                </a:solidFill>
              </a:rPr>
              <a:t>Low Influence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BB838D9-C3F6-2EAD-5EEE-A58F3EABDF57}"/>
              </a:ext>
            </a:extLst>
          </p:cNvPr>
          <p:cNvSpPr/>
          <p:nvPr/>
        </p:nvSpPr>
        <p:spPr>
          <a:xfrm>
            <a:off x="3091573" y="1402973"/>
            <a:ext cx="1631770" cy="12300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chemeClr val="tx2"/>
                </a:solidFill>
              </a:rPr>
              <a:t>Low Trust</a:t>
            </a:r>
          </a:p>
          <a:p>
            <a:pPr algn="ctr"/>
            <a:r>
              <a:rPr lang="en-IN" sz="1200">
                <a:solidFill>
                  <a:schemeClr val="tx2"/>
                </a:solidFill>
              </a:rPr>
              <a:t>High Influence</a:t>
            </a:r>
          </a:p>
        </p:txBody>
      </p:sp>
    </p:spTree>
    <p:extLst>
      <p:ext uri="{BB962C8B-B14F-4D97-AF65-F5344CB8AC3E}">
        <p14:creationId xmlns:p14="http://schemas.microsoft.com/office/powerpoint/2010/main" val="1914454608"/>
      </p:ext>
    </p:extLst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31FAE-EC19-3055-BE2A-8518FDB9B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AC715-BC07-E7BB-2F25-821C8A696C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951" y="1337470"/>
            <a:ext cx="8810098" cy="747897"/>
          </a:xfrm>
        </p:spPr>
        <p:txBody>
          <a:bodyPr/>
          <a:lstStyle/>
          <a:p>
            <a:r>
              <a:rPr lang="en-US"/>
              <a:t>Appendix</a:t>
            </a:r>
            <a:endParaRPr lang="en-US" sz="4000"/>
          </a:p>
        </p:txBody>
      </p:sp>
    </p:spTree>
    <p:extLst>
      <p:ext uri="{BB962C8B-B14F-4D97-AF65-F5344CB8AC3E}">
        <p14:creationId xmlns:p14="http://schemas.microsoft.com/office/powerpoint/2010/main" val="24591266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2A9DC-8720-7DD3-4764-3FF9F6BE5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232F2A-B214-F0F5-C8BD-4F666DC85D3B}"/>
              </a:ext>
            </a:extLst>
          </p:cNvPr>
          <p:cNvSpPr txBox="1">
            <a:spLocks/>
          </p:cNvSpPr>
          <p:nvPr/>
        </p:nvSpPr>
        <p:spPr>
          <a:xfrm>
            <a:off x="285749" y="93511"/>
            <a:ext cx="8572500" cy="754053"/>
          </a:xfrm>
          <a:prstGeom prst="rect">
            <a:avLst/>
          </a:prstGeom>
        </p:spPr>
        <p:txBody>
          <a:bodyPr lIns="0" rIns="0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 baseline="0">
                <a:solidFill>
                  <a:srgbClr val="007DB8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/>
              <a:t>Rate from 1–5 :</a:t>
            </a:r>
          </a:p>
          <a:p>
            <a:pPr fontAlgn="auto">
              <a:spcAft>
                <a:spcPts val="0"/>
              </a:spcAft>
            </a:pP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05B61D-EDCF-97EB-C224-1AAF8CAC744A}"/>
              </a:ext>
            </a:extLst>
          </p:cNvPr>
          <p:cNvSpPr txBox="1"/>
          <p:nvPr/>
        </p:nvSpPr>
        <p:spPr>
          <a:xfrm>
            <a:off x="285749" y="961026"/>
            <a:ext cx="683995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I keep the promises I make to myself.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I follow through on my intentions.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I show discipline even when no one is watching.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I know what I stand for.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I feel confident in my decisions.</a:t>
            </a:r>
          </a:p>
        </p:txBody>
      </p:sp>
    </p:spTree>
    <p:extLst>
      <p:ext uri="{BB962C8B-B14F-4D97-AF65-F5344CB8AC3E}">
        <p14:creationId xmlns:p14="http://schemas.microsoft.com/office/powerpoint/2010/main" val="3791756035"/>
      </p:ext>
    </p:extLst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33A844B-0B36-4859-831E-20DF4115B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E4ED85B-2888-4B80-FE38-87B05AE6775A}"/>
              </a:ext>
            </a:extLst>
          </p:cNvPr>
          <p:cNvSpPr txBox="1">
            <a:spLocks/>
          </p:cNvSpPr>
          <p:nvPr/>
        </p:nvSpPr>
        <p:spPr>
          <a:xfrm>
            <a:off x="679938" y="1937839"/>
            <a:ext cx="7799754" cy="110799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wrap="square" lIns="0" tIns="0" rIns="0" bIns="0" anchor="ctr" anchorCtr="0">
            <a:spAutoFit/>
          </a:bodyPr>
          <a:lstStyle>
            <a:lvl1pPr marL="171450" indent="-171450" algn="l" defTabSz="914377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rgbClr val="808080"/>
              </a:buClr>
              <a:buFont typeface="Arial" panose="020B0604020202020204" pitchFamily="34" charset="0"/>
              <a:buNone/>
              <a:defRPr sz="3733" kern="120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514350" indent="-171450" algn="l" defTabSz="6858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Arial"/>
                <a:cs typeface="+mn-cs"/>
              </a:defRPr>
            </a:lvl2pPr>
            <a:lvl3pPr marL="858838" indent="-169863" algn="l" defTabSz="6858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Arial"/>
                <a:cs typeface="+mn-cs"/>
              </a:defRPr>
            </a:lvl3pPr>
            <a:lvl4pPr marL="1258888" indent="-230188" algn="l" defTabSz="6858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08080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83" fontAlgn="auto">
              <a:buClrTx/>
            </a:pPr>
            <a:endParaRPr lang="en-US" sz="2000"/>
          </a:p>
          <a:p>
            <a:pPr algn="ctr" defTabSz="685783" fontAlgn="auto">
              <a:buClrTx/>
            </a:pPr>
            <a:r>
              <a:rPr lang="en-US" sz="2000"/>
              <a:t>Say you identify yourself in “low trust” category. How do you work towards fixing it? </a:t>
            </a:r>
          </a:p>
          <a:p>
            <a:pPr algn="ctr" defTabSz="685783" fontAlgn="auto">
              <a:buClrTx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030997500"/>
      </p:ext>
    </p:extLst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D2B889C-DB09-D76B-70CC-C4C547DCC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5901B3-9592-DE36-F776-7DA562707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D9EA7DD-51DF-7452-0737-08DF0EE4686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0786" y="1076836"/>
            <a:ext cx="8021747" cy="3350384"/>
          </a:xfrm>
        </p:spPr>
        <p:txBody>
          <a:bodyPr/>
          <a:lstStyle/>
          <a:p>
            <a:pPr marL="342900" indent="-342900">
              <a:buClr>
                <a:schemeClr val="bg1"/>
              </a:buClr>
            </a:pPr>
            <a:r>
              <a:rPr lang="en-US" sz="2000"/>
              <a:t>Stakeholder Map – Recap</a:t>
            </a:r>
          </a:p>
          <a:p>
            <a:pPr marL="342900" indent="-342900">
              <a:buClr>
                <a:schemeClr val="bg1"/>
              </a:buClr>
            </a:pPr>
            <a:r>
              <a:rPr lang="en-US" sz="2000"/>
              <a:t>Why trust? – Importance</a:t>
            </a:r>
          </a:p>
          <a:p>
            <a:pPr marL="342900" indent="-342900">
              <a:buClr>
                <a:schemeClr val="bg1"/>
              </a:buClr>
            </a:pPr>
            <a:r>
              <a:rPr lang="en-US" sz="2000"/>
              <a:t>Hidden Formula for Results</a:t>
            </a:r>
          </a:p>
          <a:p>
            <a:pPr marL="342900" indent="-342900">
              <a:buClr>
                <a:schemeClr val="bg1"/>
              </a:buClr>
            </a:pPr>
            <a:r>
              <a:rPr lang="en-US" sz="2000"/>
              <a:t>Low Trust – Trust Tax</a:t>
            </a:r>
          </a:p>
          <a:p>
            <a:pPr marL="342900" indent="-342900">
              <a:buClr>
                <a:schemeClr val="bg1"/>
              </a:buClr>
            </a:pPr>
            <a:r>
              <a:rPr lang="en-US" sz="2000"/>
              <a:t>High Trust – Trust Dividends</a:t>
            </a:r>
          </a:p>
          <a:p>
            <a:pPr marL="342900" indent="-342900">
              <a:buClr>
                <a:schemeClr val="bg1"/>
              </a:buClr>
            </a:pPr>
            <a:r>
              <a:rPr lang="en-US" sz="2000"/>
              <a:t>Trust Pillars</a:t>
            </a:r>
          </a:p>
          <a:p>
            <a:pPr marL="342900" indent="-342900">
              <a:buClr>
                <a:schemeClr val="bg1"/>
              </a:buClr>
            </a:pPr>
            <a:r>
              <a:rPr lang="en-US" sz="2000"/>
              <a:t>Activities</a:t>
            </a:r>
          </a:p>
        </p:txBody>
      </p:sp>
    </p:spTree>
    <p:extLst>
      <p:ext uri="{BB962C8B-B14F-4D97-AF65-F5344CB8AC3E}">
        <p14:creationId xmlns:p14="http://schemas.microsoft.com/office/powerpoint/2010/main" val="3318217270"/>
      </p:ext>
    </p:extLst>
  </p:cSld>
  <p:clrMapOvr>
    <a:masterClrMapping/>
  </p:clrMapOvr>
  <p:transition spd="med">
    <p:wipe dir="r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llEMC_internal_template">
  <a:themeElements>
    <a:clrScheme name="DellTech, Dell, &amp; DellEMC">
      <a:dk1>
        <a:srgbClr val="000000"/>
      </a:dk1>
      <a:lt1>
        <a:srgbClr val="444444"/>
      </a:lt1>
      <a:dk2>
        <a:srgbClr val="007DB8"/>
      </a:dk2>
      <a:lt2>
        <a:srgbClr val="FFFFFF"/>
      </a:lt2>
      <a:accent1>
        <a:srgbClr val="007DB8"/>
      </a:accent1>
      <a:accent2>
        <a:srgbClr val="6EA204"/>
      </a:accent2>
      <a:accent3>
        <a:srgbClr val="F2AF00"/>
      </a:accent3>
      <a:accent4>
        <a:srgbClr val="EE6411"/>
      </a:accent4>
      <a:accent5>
        <a:srgbClr val="5482AB"/>
      </a:accent5>
      <a:accent6>
        <a:srgbClr val="6E2585"/>
      </a:accent6>
      <a:hlink>
        <a:srgbClr val="007DB8"/>
      </a:hlink>
      <a:folHlink>
        <a:srgbClr val="6E2585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2700" cmpd="sng">
          <a:noFill/>
        </a:ln>
        <a:effectLst/>
      </a:spPr>
      <a:bodyPr wrap="square" lIns="182880" tIns="137160" rIns="137160" bIns="137160" rtlCol="0" anchor="ctr">
        <a:noAutofit/>
      </a:bodyPr>
      <a:lstStyle>
        <a:defPPr algn="ctr">
          <a:lnSpc>
            <a:spcPct val="90000"/>
          </a:lnSpc>
          <a:spcBef>
            <a:spcPts val="600"/>
          </a:spcBef>
          <a:spcAft>
            <a:spcPts val="0"/>
          </a:spcAft>
          <a:defRPr sz="2000" dirty="0" err="1" smtClean="0">
            <a:solidFill>
              <a:schemeClr val="tx2"/>
            </a:solidFill>
            <a:latin typeface="+mn-lt"/>
          </a:defRPr>
        </a:defPPr>
      </a:lstStyle>
    </a:spDef>
    <a:lnDef>
      <a:spPr>
        <a:ln w="12700" cmpd="sng">
          <a:solidFill>
            <a:srgbClr val="000000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spcBef>
            <a:spcPts val="0"/>
          </a:spcBef>
          <a:spcAft>
            <a:spcPts val="0"/>
          </a:spcAft>
          <a:buClr>
            <a:schemeClr val="bg1"/>
          </a:buClr>
          <a:defRPr sz="1400" dirty="0" err="1" smtClean="0">
            <a:solidFill>
              <a:schemeClr val="bg2"/>
            </a:solidFill>
            <a:latin typeface="+mn-lt"/>
          </a:defRPr>
        </a:defPPr>
      </a:lstStyle>
    </a:txDef>
  </a:objectDefaults>
  <a:extraClrSchemeLst>
    <a:extraClrScheme>
      <a:clrScheme name="Dell new">
        <a:dk1>
          <a:srgbClr val="000000"/>
        </a:dk1>
        <a:lt1>
          <a:srgbClr val="444444"/>
        </a:lt1>
        <a:dk2>
          <a:srgbClr val="0085C3"/>
        </a:dk2>
        <a:lt2>
          <a:srgbClr val="FFFFFF"/>
        </a:lt2>
        <a:accent1>
          <a:srgbClr val="0085C3"/>
        </a:accent1>
        <a:accent2>
          <a:srgbClr val="7AB800"/>
        </a:accent2>
        <a:accent3>
          <a:srgbClr val="F2AF00"/>
        </a:accent3>
        <a:accent4>
          <a:srgbClr val="DC5034"/>
        </a:accent4>
        <a:accent5>
          <a:srgbClr val="5482AB"/>
        </a:accent5>
        <a:accent6>
          <a:srgbClr val="6E2585"/>
        </a:accent6>
        <a:hlink>
          <a:srgbClr val="009BBB"/>
        </a:hlink>
        <a:folHlink>
          <a:srgbClr val="6E2585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DellEMC_PPT_Template_16x9" id="{B8B5C6D0-E3FF-4310-9DCF-1B14F86F2E69}" vid="{627FB30F-31F4-4FBE-8A3A-F7BC81DAC0BD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ll Technologies">
  <a:themeElements>
    <a:clrScheme name="Dell New VID">
      <a:dk1>
        <a:srgbClr val="444444"/>
      </a:dk1>
      <a:lt1>
        <a:srgbClr val="0076CE"/>
      </a:lt1>
      <a:dk2>
        <a:srgbClr val="FFFFFF"/>
      </a:dk2>
      <a:lt2>
        <a:srgbClr val="000000"/>
      </a:lt2>
      <a:accent1>
        <a:srgbClr val="00447C"/>
      </a:accent1>
      <a:accent2>
        <a:srgbClr val="6EA204"/>
      </a:accent2>
      <a:accent3>
        <a:srgbClr val="F2AF00"/>
      </a:accent3>
      <a:accent4>
        <a:srgbClr val="EE6411"/>
      </a:accent4>
      <a:accent5>
        <a:srgbClr val="CE1126"/>
      </a:accent5>
      <a:accent6>
        <a:srgbClr val="41B6E6"/>
      </a:accent6>
      <a:hlink>
        <a:srgbClr val="0076CE"/>
      </a:hlink>
      <a:folHlink>
        <a:srgbClr val="6E2585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1200" dirty="0" smtClean="0">
            <a:solidFill>
              <a:schemeClr val="bg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ctr">
          <a:defRPr sz="1800" dirty="0" err="1" smtClean="0">
            <a:solidFill>
              <a:schemeClr val="bg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ell Technologies" id="{02D00B0A-2018-4120-8168-B7269CC44AC9}" vid="{731134E0-F3E9-465B-A79A-C18DBAE4C747}"/>
    </a:ext>
  </a:extLst>
</a:theme>
</file>

<file path=ppt/theme/theme4.xml><?xml version="1.0" encoding="utf-8"?>
<a:theme xmlns:a="http://schemas.openxmlformats.org/drawingml/2006/main" name="1_DellEMC_internal_template">
  <a:themeElements>
    <a:clrScheme name="DellTech, Dell, &amp; DellEMC">
      <a:dk1>
        <a:srgbClr val="000000"/>
      </a:dk1>
      <a:lt1>
        <a:srgbClr val="444444"/>
      </a:lt1>
      <a:dk2>
        <a:srgbClr val="007DB8"/>
      </a:dk2>
      <a:lt2>
        <a:srgbClr val="FFFFFF"/>
      </a:lt2>
      <a:accent1>
        <a:srgbClr val="007DB8"/>
      </a:accent1>
      <a:accent2>
        <a:srgbClr val="6EA204"/>
      </a:accent2>
      <a:accent3>
        <a:srgbClr val="F2AF00"/>
      </a:accent3>
      <a:accent4>
        <a:srgbClr val="EE6411"/>
      </a:accent4>
      <a:accent5>
        <a:srgbClr val="5482AB"/>
      </a:accent5>
      <a:accent6>
        <a:srgbClr val="6E2585"/>
      </a:accent6>
      <a:hlink>
        <a:srgbClr val="007DB8"/>
      </a:hlink>
      <a:folHlink>
        <a:srgbClr val="6E2585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2700" cmpd="sng">
          <a:noFill/>
        </a:ln>
        <a:effectLst/>
      </a:spPr>
      <a:bodyPr wrap="square" lIns="182880" tIns="137160" rIns="137160" bIns="137160" rtlCol="0" anchor="ctr">
        <a:noAutofit/>
      </a:bodyPr>
      <a:lstStyle>
        <a:defPPr algn="ctr">
          <a:lnSpc>
            <a:spcPct val="90000"/>
          </a:lnSpc>
          <a:spcBef>
            <a:spcPts val="600"/>
          </a:spcBef>
          <a:spcAft>
            <a:spcPts val="0"/>
          </a:spcAft>
          <a:defRPr sz="2000" dirty="0" err="1" smtClean="0">
            <a:solidFill>
              <a:schemeClr val="tx2"/>
            </a:solidFill>
            <a:latin typeface="+mn-lt"/>
          </a:defRPr>
        </a:defPPr>
      </a:lstStyle>
    </a:spDef>
    <a:lnDef>
      <a:spPr>
        <a:ln w="12700" cmpd="sng">
          <a:solidFill>
            <a:srgbClr val="000000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spcBef>
            <a:spcPts val="0"/>
          </a:spcBef>
          <a:spcAft>
            <a:spcPts val="0"/>
          </a:spcAft>
          <a:buClr>
            <a:schemeClr val="bg1"/>
          </a:buClr>
          <a:defRPr sz="1400" dirty="0" err="1" smtClean="0">
            <a:solidFill>
              <a:schemeClr val="bg2"/>
            </a:solidFill>
            <a:latin typeface="+mn-lt"/>
          </a:defRPr>
        </a:defPPr>
      </a:lstStyle>
    </a:txDef>
  </a:objectDefaults>
  <a:extraClrSchemeLst>
    <a:extraClrScheme>
      <a:clrScheme name="Dell new">
        <a:dk1>
          <a:srgbClr val="000000"/>
        </a:dk1>
        <a:lt1>
          <a:srgbClr val="444444"/>
        </a:lt1>
        <a:dk2>
          <a:srgbClr val="0085C3"/>
        </a:dk2>
        <a:lt2>
          <a:srgbClr val="FFFFFF"/>
        </a:lt2>
        <a:accent1>
          <a:srgbClr val="0085C3"/>
        </a:accent1>
        <a:accent2>
          <a:srgbClr val="7AB800"/>
        </a:accent2>
        <a:accent3>
          <a:srgbClr val="F2AF00"/>
        </a:accent3>
        <a:accent4>
          <a:srgbClr val="DC5034"/>
        </a:accent4>
        <a:accent5>
          <a:srgbClr val="5482AB"/>
        </a:accent5>
        <a:accent6>
          <a:srgbClr val="6E2585"/>
        </a:accent6>
        <a:hlink>
          <a:srgbClr val="009BBB"/>
        </a:hlink>
        <a:folHlink>
          <a:srgbClr val="6E2585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DellEMC_PPT_Template_16x9" id="{B8B5C6D0-E3FF-4310-9DCF-1B14F86F2E69}" vid="{627FB30F-31F4-4FBE-8A3A-F7BC81DAC0BD}"/>
    </a:ext>
  </a:extLst>
</a:theme>
</file>

<file path=ppt/theme/theme5.xml><?xml version="1.0" encoding="utf-8"?>
<a:theme xmlns:a="http://schemas.openxmlformats.org/drawingml/2006/main" name="5_Dell EMC 2018 internal">
  <a:themeElements>
    <a:clrScheme name="Dell New VID">
      <a:dk1>
        <a:srgbClr val="444444"/>
      </a:dk1>
      <a:lt1>
        <a:srgbClr val="0076CE"/>
      </a:lt1>
      <a:dk2>
        <a:srgbClr val="FFFFFF"/>
      </a:dk2>
      <a:lt2>
        <a:srgbClr val="000000"/>
      </a:lt2>
      <a:accent1>
        <a:srgbClr val="00447C"/>
      </a:accent1>
      <a:accent2>
        <a:srgbClr val="6EA204"/>
      </a:accent2>
      <a:accent3>
        <a:srgbClr val="F2AF00"/>
      </a:accent3>
      <a:accent4>
        <a:srgbClr val="EE6411"/>
      </a:accent4>
      <a:accent5>
        <a:srgbClr val="CE1126"/>
      </a:accent5>
      <a:accent6>
        <a:srgbClr val="41B6E6"/>
      </a:accent6>
      <a:hlink>
        <a:srgbClr val="0076CE"/>
      </a:hlink>
      <a:folHlink>
        <a:srgbClr val="6E2585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1200" dirty="0" smtClean="0">
            <a:solidFill>
              <a:schemeClr val="bg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ctr">
          <a:defRPr sz="1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19978522-15E7-41C3-9339-A8B1F5116039}" vid="{7425B8F8-B87E-4F01-8308-F1759AB8F621}"/>
    </a:ext>
  </a:extLst>
</a:theme>
</file>

<file path=ppt/theme/theme6.xml><?xml version="1.0" encoding="utf-8"?>
<a:theme xmlns:a="http://schemas.openxmlformats.org/drawingml/2006/main" name="Dell EMC PPT Template">
  <a:themeElements>
    <a:clrScheme name="DellTech, Dell, &amp; DellEMC">
      <a:dk1>
        <a:srgbClr val="000000"/>
      </a:dk1>
      <a:lt1>
        <a:srgbClr val="444444"/>
      </a:lt1>
      <a:dk2>
        <a:srgbClr val="007DB8"/>
      </a:dk2>
      <a:lt2>
        <a:srgbClr val="FFFFFF"/>
      </a:lt2>
      <a:accent1>
        <a:srgbClr val="007DB8"/>
      </a:accent1>
      <a:accent2>
        <a:srgbClr val="6EA204"/>
      </a:accent2>
      <a:accent3>
        <a:srgbClr val="F2AF00"/>
      </a:accent3>
      <a:accent4>
        <a:srgbClr val="EE6411"/>
      </a:accent4>
      <a:accent5>
        <a:srgbClr val="5482AB"/>
      </a:accent5>
      <a:accent6>
        <a:srgbClr val="6E2585"/>
      </a:accent6>
      <a:hlink>
        <a:srgbClr val="007DB8"/>
      </a:hlink>
      <a:folHlink>
        <a:srgbClr val="6E2585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2700" cmpd="sng">
          <a:noFill/>
        </a:ln>
        <a:effectLst/>
      </a:spPr>
      <a:bodyPr wrap="square" lIns="182880" tIns="137160" rIns="137160" bIns="137160" rtlCol="0" anchor="ctr">
        <a:noAutofit/>
      </a:bodyPr>
      <a:lstStyle>
        <a:defPPr algn="ctr">
          <a:lnSpc>
            <a:spcPct val="90000"/>
          </a:lnSpc>
          <a:spcBef>
            <a:spcPts val="600"/>
          </a:spcBef>
          <a:spcAft>
            <a:spcPts val="0"/>
          </a:spcAft>
          <a:defRPr sz="2000" dirty="0" err="1" smtClean="0">
            <a:solidFill>
              <a:schemeClr val="tx2"/>
            </a:solidFill>
            <a:latin typeface="+mn-lt"/>
          </a:defRPr>
        </a:defPPr>
      </a:lstStyle>
    </a:spDef>
    <a:lnDef>
      <a:spPr>
        <a:ln w="12700" cmpd="sng">
          <a:solidFill>
            <a:srgbClr val="000000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spcBef>
            <a:spcPts val="0"/>
          </a:spcBef>
          <a:spcAft>
            <a:spcPts val="0"/>
          </a:spcAft>
          <a:buClr>
            <a:schemeClr val="bg1"/>
          </a:buClr>
          <a:defRPr sz="1400" dirty="0" err="1" smtClean="0">
            <a:solidFill>
              <a:schemeClr val="bg2"/>
            </a:solidFill>
            <a:latin typeface="+mn-lt"/>
          </a:defRPr>
        </a:defPPr>
      </a:lstStyle>
    </a:txDef>
  </a:objectDefaults>
  <a:extraClrSchemeLst>
    <a:extraClrScheme>
      <a:clrScheme name="Dell new">
        <a:dk1>
          <a:srgbClr val="000000"/>
        </a:dk1>
        <a:lt1>
          <a:srgbClr val="444444"/>
        </a:lt1>
        <a:dk2>
          <a:srgbClr val="0085C3"/>
        </a:dk2>
        <a:lt2>
          <a:srgbClr val="FFFFFF"/>
        </a:lt2>
        <a:accent1>
          <a:srgbClr val="0085C3"/>
        </a:accent1>
        <a:accent2>
          <a:srgbClr val="7AB800"/>
        </a:accent2>
        <a:accent3>
          <a:srgbClr val="F2AF00"/>
        </a:accent3>
        <a:accent4>
          <a:srgbClr val="DC5034"/>
        </a:accent4>
        <a:accent5>
          <a:srgbClr val="5482AB"/>
        </a:accent5>
        <a:accent6>
          <a:srgbClr val="6E2585"/>
        </a:accent6>
        <a:hlink>
          <a:srgbClr val="009BBB"/>
        </a:hlink>
        <a:folHlink>
          <a:srgbClr val="6E2585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Dell EMC PPT Template" id="{BA5CEC7B-B122-488F-B8D9-107E8A4513FC}" vid="{89D366BE-BBF8-46B0-872A-7C5D5E49069E}"/>
    </a:ext>
  </a:extLst>
</a:theme>
</file>

<file path=ppt/theme/theme7.xml><?xml version="1.0" encoding="utf-8"?>
<a:theme xmlns:a="http://schemas.openxmlformats.org/drawingml/2006/main" name="Office Theme">
  <a:themeElements>
    <a:clrScheme name="DellTech, Dell, &amp; DellEMC">
      <a:dk1>
        <a:srgbClr val="000000"/>
      </a:dk1>
      <a:lt1>
        <a:srgbClr val="444444"/>
      </a:lt1>
      <a:dk2>
        <a:srgbClr val="007DB8"/>
      </a:dk2>
      <a:lt2>
        <a:srgbClr val="FFFFFF"/>
      </a:lt2>
      <a:accent1>
        <a:srgbClr val="007DB8"/>
      </a:accent1>
      <a:accent2>
        <a:srgbClr val="6EA204"/>
      </a:accent2>
      <a:accent3>
        <a:srgbClr val="F2AF00"/>
      </a:accent3>
      <a:accent4>
        <a:srgbClr val="EE6411"/>
      </a:accent4>
      <a:accent5>
        <a:srgbClr val="5482AB"/>
      </a:accent5>
      <a:accent6>
        <a:srgbClr val="6E2585"/>
      </a:accent6>
      <a:hlink>
        <a:srgbClr val="007DB8"/>
      </a:hlink>
      <a:folHlink>
        <a:srgbClr val="6E2585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DellTech, Dell, &amp; DellEMC">
      <a:dk1>
        <a:srgbClr val="000000"/>
      </a:dk1>
      <a:lt1>
        <a:srgbClr val="444444"/>
      </a:lt1>
      <a:dk2>
        <a:srgbClr val="007DB8"/>
      </a:dk2>
      <a:lt2>
        <a:srgbClr val="FFFFFF"/>
      </a:lt2>
      <a:accent1>
        <a:srgbClr val="007DB8"/>
      </a:accent1>
      <a:accent2>
        <a:srgbClr val="6EA204"/>
      </a:accent2>
      <a:accent3>
        <a:srgbClr val="F2AF00"/>
      </a:accent3>
      <a:accent4>
        <a:srgbClr val="EE6411"/>
      </a:accent4>
      <a:accent5>
        <a:srgbClr val="5482AB"/>
      </a:accent5>
      <a:accent6>
        <a:srgbClr val="6E2585"/>
      </a:accent6>
      <a:hlink>
        <a:srgbClr val="007DB8"/>
      </a:hlink>
      <a:folHlink>
        <a:srgbClr val="6E2585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F87E5EC2D4B7A43A84C646670C832B9" ma:contentTypeVersion="11" ma:contentTypeDescription="Create a new document." ma:contentTypeScope="" ma:versionID="3ebce113152015b10d868ec4fb4acc9a">
  <xsd:schema xmlns:xsd="http://www.w3.org/2001/XMLSchema" xmlns:xs="http://www.w3.org/2001/XMLSchema" xmlns:p="http://schemas.microsoft.com/office/2006/metadata/properties" xmlns:ns2="9f31f36c-ac7d-4d23-84d7-83d81dfeef04" xmlns:ns3="bada6a7a-7a04-4242-98cd-be02cc47cbe3" targetNamespace="http://schemas.microsoft.com/office/2006/metadata/properties" ma:root="true" ma:fieldsID="0dc00ee71836888b4237c2fdcaa63778" ns2:_="" ns3:_="">
    <xsd:import namespace="9f31f36c-ac7d-4d23-84d7-83d81dfeef04"/>
    <xsd:import namespace="bada6a7a-7a04-4242-98cd-be02cc47cb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31f36c-ac7d-4d23-84d7-83d81dfeef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da6a7a-7a04-4242-98cd-be02cc47cbe3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6FC490B-1F77-48C5-AC70-1DD939DBDF0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873BDD3-AA35-4F19-A12A-C6462BECFBD1}">
  <ds:schemaRefs>
    <ds:schemaRef ds:uri="9f31f36c-ac7d-4d23-84d7-83d81dfeef04"/>
    <ds:schemaRef ds:uri="bada6a7a-7a04-4242-98cd-be02cc47cbe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8022FA6-B095-4609-8EAD-C18ABFF1E7EC}">
  <ds:schemaRefs>
    <ds:schemaRef ds:uri="9f31f36c-ac7d-4d23-84d7-83d81dfeef04"/>
    <ds:schemaRef ds:uri="bada6a7a-7a04-4242-98cd-be02cc47cbe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DellEMC_internal_template</Template>
  <Application>Microsoft Office PowerPoint</Application>
  <PresentationFormat>On-screen Show (16:9)</PresentationFormat>
  <Slides>20</Slides>
  <Notes>20</Notes>
  <HiddenSlides>2</HiddenSlide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DellEMC_internal_template</vt:lpstr>
      <vt:lpstr>Custom Design</vt:lpstr>
      <vt:lpstr>Dell Technologies</vt:lpstr>
      <vt:lpstr>1_DellEMC_internal_template</vt:lpstr>
      <vt:lpstr>5_Dell EMC 2018 internal</vt:lpstr>
      <vt:lpstr>Dell EMC PPT Template</vt:lpstr>
      <vt:lpstr>The Speed of Trust</vt:lpstr>
      <vt:lpstr>Stakeholder Map – Journey Continues</vt:lpstr>
      <vt:lpstr>Trust  Why trust is important? </vt:lpstr>
      <vt:lpstr>Trust is the Performance multiplier</vt:lpstr>
      <vt:lpstr>The 2 Pillars of Trust</vt:lpstr>
      <vt:lpstr>Foundations of trust </vt:lpstr>
      <vt:lpstr>PowerPoint Presentation</vt:lpstr>
      <vt:lpstr>PowerPoint Presentation</vt:lpstr>
      <vt:lpstr>Relationship Trust</vt:lpstr>
      <vt:lpstr>PowerPoint Presentation</vt:lpstr>
      <vt:lpstr>Activity 2  Relationship Trust</vt:lpstr>
      <vt:lpstr>PowerPoint Presentation</vt:lpstr>
      <vt:lpstr>Activity 3  The Trust Bridge</vt:lpstr>
      <vt:lpstr>PowerPoint Presentation</vt:lpstr>
      <vt:lpstr>Homework  ISE Trust Action Plan  </vt:lpstr>
      <vt:lpstr>PowerPoint Presentation</vt:lpstr>
      <vt:lpstr>Appendix</vt:lpstr>
      <vt:lpstr>PowerPoint Presentation</vt:lpstr>
      <vt:lpstr>PowerPoint Presentation</vt:lpstr>
      <vt:lpstr>Agenda</vt:lpstr>
    </vt:vector>
  </TitlesOfParts>
  <Company>EMC Corporation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PLEASE READ – INSTRUCTIONS FOR ADDING PAGE NUMBERS “X of Y” IN POWERPOINT 2013  For internal presentations only. You do not need to add this for external/customer/partner presentations.  If you are working in PowerPoint 2013, you must manually add the tot</dc:title>
  <dc:creator>DELLEMC</dc:creator>
  <cp:keywords>Internal Use</cp:keywords>
  <cp:revision>1</cp:revision>
  <cp:lastPrinted>2020-06-11T15:00:35Z</cp:lastPrinted>
  <dcterms:created xsi:type="dcterms:W3CDTF">2017-01-31T16:55:24Z</dcterms:created>
  <dcterms:modified xsi:type="dcterms:W3CDTF">2025-12-05T17:19:42Z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0x0101003F87E5EC2D4B7A43A84C646670C832B9</vt:lpwstr>
  </property>
  <property fmtid="{D5CDD505-2E9C-101B-9397-08002B2CF9AE}" pid="3" name="TitusGUID">
    <vt:lpwstr>7356fa4d-63df-470b-a290-16b2ce4fba24</vt:lpwstr>
  </property>
  <property fmtid="{D5CDD505-2E9C-101B-9397-08002B2CF9AE}" pid="4" name="DellClassification">
    <vt:lpwstr>Internal Use</vt:lpwstr>
  </property>
  <property fmtid="{D5CDD505-2E9C-101B-9397-08002B2CF9AE}" pid="5" name="DellSubLabels">
    <vt:lpwstr/>
  </property>
  <property fmtid="{D5CDD505-2E9C-101B-9397-08002B2CF9AE}" pid="6" name="DellVisual Markings (PPT)">
    <vt:lpwstr>Classification Footer</vt:lpwstr>
  </property>
  <property fmtid="{D5CDD505-2E9C-101B-9397-08002B2CF9AE}" pid="7" name="titusconfig">
    <vt:lpwstr>0.6CorpGlobal</vt:lpwstr>
  </property>
  <property fmtid="{D5CDD505-2E9C-101B-9397-08002B2CF9AE}" pid="8" name="Document Editor">
    <vt:lpwstr>Gaby_Chavez</vt:lpwstr>
  </property>
  <property fmtid="{D5CDD505-2E9C-101B-9397-08002B2CF9AE}" pid="9" name="Classification">
    <vt:lpwstr>Internal Use</vt:lpwstr>
  </property>
  <property fmtid="{D5CDD505-2E9C-101B-9397-08002B2CF9AE}" pid="10" name="Sublabels">
    <vt:lpwstr/>
  </property>
  <property fmtid="{D5CDD505-2E9C-101B-9397-08002B2CF9AE}" pid="11" name="VisualMarkingsPPT">
    <vt:lpwstr>Classification Footer</vt:lpwstr>
  </property>
  <property fmtid="{D5CDD505-2E9C-101B-9397-08002B2CF9AE}" pid="12" name="MSIP_Label_7de70ee2-0cb4-4d60-aee5-75ef2c4c8a90_Enabled">
    <vt:lpwstr>True</vt:lpwstr>
  </property>
  <property fmtid="{D5CDD505-2E9C-101B-9397-08002B2CF9AE}" pid="13" name="MSIP_Label_7de70ee2-0cb4-4d60-aee5-75ef2c4c8a90_SiteId">
    <vt:lpwstr>945c199a-83a2-4e80-9f8c-5a91be5752dd</vt:lpwstr>
  </property>
  <property fmtid="{D5CDD505-2E9C-101B-9397-08002B2CF9AE}" pid="14" name="MSIP_Label_7de70ee2-0cb4-4d60-aee5-75ef2c4c8a90_Owner">
    <vt:lpwstr>jerry.loiselle@emc.com</vt:lpwstr>
  </property>
  <property fmtid="{D5CDD505-2E9C-101B-9397-08002B2CF9AE}" pid="15" name="MSIP_Label_7de70ee2-0cb4-4d60-aee5-75ef2c4c8a90_SetDate">
    <vt:lpwstr>2019-07-19T18:18:31.9683545Z</vt:lpwstr>
  </property>
  <property fmtid="{D5CDD505-2E9C-101B-9397-08002B2CF9AE}" pid="16" name="MSIP_Label_7de70ee2-0cb4-4d60-aee5-75ef2c4c8a90_Name">
    <vt:lpwstr>Internal Use</vt:lpwstr>
  </property>
  <property fmtid="{D5CDD505-2E9C-101B-9397-08002B2CF9AE}" pid="17" name="MSIP_Label_7de70ee2-0cb4-4d60-aee5-75ef2c4c8a90_Application">
    <vt:lpwstr>Microsoft Azure Information Protection</vt:lpwstr>
  </property>
  <property fmtid="{D5CDD505-2E9C-101B-9397-08002B2CF9AE}" pid="18" name="MSIP_Label_7de70ee2-0cb4-4d60-aee5-75ef2c4c8a90_Extended_MSFT_Method">
    <vt:lpwstr>Manual</vt:lpwstr>
  </property>
  <property fmtid="{D5CDD505-2E9C-101B-9397-08002B2CF9AE}" pid="19" name="MSIP_Label_da6fab74-d5af-4af7-a9a4-78d84655a626_Enabled">
    <vt:lpwstr>True</vt:lpwstr>
  </property>
  <property fmtid="{D5CDD505-2E9C-101B-9397-08002B2CF9AE}" pid="20" name="MSIP_Label_da6fab74-d5af-4af7-a9a4-78d84655a626_SiteId">
    <vt:lpwstr>945c199a-83a2-4e80-9f8c-5a91be5752dd</vt:lpwstr>
  </property>
  <property fmtid="{D5CDD505-2E9C-101B-9397-08002B2CF9AE}" pid="21" name="MSIP_Label_da6fab74-d5af-4af7-a9a4-78d84655a626_Owner">
    <vt:lpwstr>jerry.loiselle@emc.com</vt:lpwstr>
  </property>
  <property fmtid="{D5CDD505-2E9C-101B-9397-08002B2CF9AE}" pid="22" name="MSIP_Label_da6fab74-d5af-4af7-a9a4-78d84655a626_SetDate">
    <vt:lpwstr>2019-07-19T18:18:31.9683545Z</vt:lpwstr>
  </property>
  <property fmtid="{D5CDD505-2E9C-101B-9397-08002B2CF9AE}" pid="23" name="MSIP_Label_da6fab74-d5af-4af7-a9a4-78d84655a626_Name">
    <vt:lpwstr>Visual Marking</vt:lpwstr>
  </property>
  <property fmtid="{D5CDD505-2E9C-101B-9397-08002B2CF9AE}" pid="24" name="MSIP_Label_da6fab74-d5af-4af7-a9a4-78d84655a626_Application">
    <vt:lpwstr>Microsoft Azure Information Protection</vt:lpwstr>
  </property>
  <property fmtid="{D5CDD505-2E9C-101B-9397-08002B2CF9AE}" pid="25" name="MSIP_Label_da6fab74-d5af-4af7-a9a4-78d84655a626_Parent">
    <vt:lpwstr>7de70ee2-0cb4-4d60-aee5-75ef2c4c8a90</vt:lpwstr>
  </property>
  <property fmtid="{D5CDD505-2E9C-101B-9397-08002B2CF9AE}" pid="26" name="MSIP_Label_da6fab74-d5af-4af7-a9a4-78d84655a626_Extended_MSFT_Method">
    <vt:lpwstr>Manual</vt:lpwstr>
  </property>
  <property fmtid="{D5CDD505-2E9C-101B-9397-08002B2CF9AE}" pid="27" name="aiplabel">
    <vt:lpwstr>Internal Use Visual Marking</vt:lpwstr>
  </property>
</Properties>
</file>